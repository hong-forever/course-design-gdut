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10">
  <p:sldMasterIdLst>
    <p:sldMasterId id="2147483655" r:id="rId1"/>
    <p:sldMasterId id="2147483707" r:id="rId2"/>
  </p:sldMasterIdLst>
  <p:notesMasterIdLst>
    <p:notesMasterId r:id="rId11"/>
  </p:notesMasterIdLst>
  <p:handoutMasterIdLst>
    <p:handoutMasterId r:id="rId12"/>
  </p:handoutMasterIdLst>
  <p:sldIdLst>
    <p:sldId id="651" r:id="rId3"/>
    <p:sldId id="835" r:id="rId4"/>
    <p:sldId id="836" r:id="rId5"/>
    <p:sldId id="837" r:id="rId6"/>
    <p:sldId id="838" r:id="rId7"/>
    <p:sldId id="839" r:id="rId8"/>
    <p:sldId id="840" r:id="rId9"/>
    <p:sldId id="764"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博士自述" id="{548E6020-DE2C-4A43-8C4A-E92BE1952416}">
          <p14:sldIdLst>
            <p14:sldId id="651"/>
            <p14:sldId id="835"/>
            <p14:sldId id="836"/>
            <p14:sldId id="837"/>
            <p14:sldId id="838"/>
            <p14:sldId id="839"/>
            <p14:sldId id="840"/>
            <p14:sldId id="76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伟洲" initials="杨" lastIdx="1" clrIdx="0">
    <p:extLst>
      <p:ext uri="{19B8F6BF-5375-455C-9EA6-DF929625EA0E}">
        <p15:presenceInfo xmlns:p15="http://schemas.microsoft.com/office/powerpoint/2012/main" userId="42218d51efea374b" providerId="Windows Live"/>
      </p:ext>
    </p:extLst>
  </p:cmAuthor>
  <p:cmAuthor id="2" name="Fish Zheng" initials="FZ" lastIdx="1" clrIdx="1">
    <p:extLst>
      <p:ext uri="{19B8F6BF-5375-455C-9EA6-DF929625EA0E}">
        <p15:presenceInfo xmlns:p15="http://schemas.microsoft.com/office/powerpoint/2012/main" userId="784d355a392b2c5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B8B8"/>
    <a:srgbClr val="F2D0DE"/>
    <a:srgbClr val="F7CBE3"/>
    <a:srgbClr val="9A0001"/>
    <a:srgbClr val="CEAB6E"/>
    <a:srgbClr val="FFFFFF"/>
    <a:srgbClr val="FF9900"/>
    <a:srgbClr val="BFBFBF"/>
    <a:srgbClr val="A6A6A6"/>
    <a:srgbClr val="B1B1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07" autoAdjust="0"/>
    <p:restoredTop sz="96357" autoAdjust="0"/>
  </p:normalViewPr>
  <p:slideViewPr>
    <p:cSldViewPr snapToGrid="0">
      <p:cViewPr varScale="1">
        <p:scale>
          <a:sx n="110" d="100"/>
          <a:sy n="110" d="100"/>
        </p:scale>
        <p:origin x="786" y="96"/>
      </p:cViewPr>
      <p:guideLst/>
    </p:cSldViewPr>
  </p:slideViewPr>
  <p:outlineViewPr>
    <p:cViewPr>
      <p:scale>
        <a:sx n="33" d="100"/>
        <a:sy n="33" d="100"/>
      </p:scale>
      <p:origin x="0" y="0"/>
    </p:cViewPr>
  </p:outlineViewPr>
  <p:notesTextViewPr>
    <p:cViewPr>
      <p:scale>
        <a:sx n="75" d="100"/>
        <a:sy n="75" d="100"/>
      </p:scale>
      <p:origin x="0" y="0"/>
    </p:cViewPr>
  </p:notesTextViewPr>
  <p:sorterViewPr>
    <p:cViewPr>
      <p:scale>
        <a:sx n="66" d="100"/>
        <a:sy n="66" d="100"/>
      </p:scale>
      <p:origin x="0" y="-4118"/>
    </p:cViewPr>
  </p:sorterViewPr>
  <p:notesViewPr>
    <p:cSldViewPr snapToGrid="0" showGuides="1">
      <p:cViewPr varScale="1">
        <p:scale>
          <a:sx n="53" d="100"/>
          <a:sy n="53" d="100"/>
        </p:scale>
        <p:origin x="192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commentAuthors" Target="commentAuthor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EAEEFD-03D3-45E8-9DA3-6AB47D7AF1EF}" type="datetimeFigureOut">
              <a:rPr lang="zh-CN" altLang="en-US" smtClean="0"/>
              <a:t>2025/11/4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22DA34-C369-43C8-9D24-2C03BCD94259}" type="slidenum">
              <a:rPr lang="zh-CN" altLang="en-US" smtClean="0"/>
              <a:t>‹#›</a:t>
            </a:fld>
            <a:endParaRPr lang="zh-CN" altLang="en-US"/>
          </a:p>
        </p:txBody>
      </p:sp>
    </p:spTree>
    <p:extLst>
      <p:ext uri="{BB962C8B-B14F-4D97-AF65-F5344CB8AC3E}">
        <p14:creationId xmlns:p14="http://schemas.microsoft.com/office/powerpoint/2010/main" val="421570152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399999-22BB-4EB1-820B-6F546983B52B}" type="datetimeFigureOut">
              <a:rPr lang="zh-CN" altLang="en-US" smtClean="0"/>
              <a:t>2025/11/4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A75D99-2AE7-49F1-BB03-59E2BF5579C1}" type="slidenum">
              <a:rPr lang="zh-CN" altLang="en-US" smtClean="0"/>
              <a:t>‹#›</a:t>
            </a:fld>
            <a:endParaRPr lang="zh-CN" altLang="en-US"/>
          </a:p>
        </p:txBody>
      </p:sp>
    </p:spTree>
    <p:extLst>
      <p:ext uri="{BB962C8B-B14F-4D97-AF65-F5344CB8AC3E}">
        <p14:creationId xmlns:p14="http://schemas.microsoft.com/office/powerpoint/2010/main" val="227186907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09995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33639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58725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134063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68324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55323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87846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106646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06296C0-E8A8-4ABD-980C-DC99A7F42D7F}"/>
              </a:ext>
            </a:extLst>
          </p:cNvPr>
          <p:cNvPicPr>
            <a:picLocks noChangeAspect="1"/>
          </p:cNvPicPr>
          <p:nvPr userDrawn="1"/>
        </p:nvPicPr>
        <p:blipFill>
          <a:blip r:embed="rId2"/>
          <a:stretch>
            <a:fillRect/>
          </a:stretch>
        </p:blipFill>
        <p:spPr>
          <a:xfrm>
            <a:off x="0" y="0"/>
            <a:ext cx="12192000" cy="3357217"/>
          </a:xfrm>
          <a:prstGeom prst="rect">
            <a:avLst/>
          </a:prstGeom>
        </p:spPr>
      </p:pic>
      <p:sp>
        <p:nvSpPr>
          <p:cNvPr id="4" name="矩形 3">
            <a:extLst>
              <a:ext uri="{FF2B5EF4-FFF2-40B4-BE49-F238E27FC236}">
                <a16:creationId xmlns:a16="http://schemas.microsoft.com/office/drawing/2014/main" id="{4BC187F1-42E5-4383-AC3D-83B120CDE410}"/>
              </a:ext>
            </a:extLst>
          </p:cNvPr>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7087F57-B8B2-4F52-943A-08BE08AC8C9F}"/>
              </a:ext>
            </a:extLst>
          </p:cNvPr>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ACAC108B-5150-431E-B389-3B1F46A2B67E}"/>
              </a:ext>
            </a:extLst>
          </p:cNvPr>
          <p:cNvGrpSpPr/>
          <p:nvPr userDrawn="1"/>
        </p:nvGrpSpPr>
        <p:grpSpPr>
          <a:xfrm>
            <a:off x="5410200" y="2670375"/>
            <a:ext cx="1371600" cy="1368402"/>
            <a:chOff x="2105799" y="20055838"/>
            <a:chExt cx="6748090" cy="6732363"/>
          </a:xfrm>
          <a:solidFill>
            <a:srgbClr val="8B0012">
              <a:alpha val="80000"/>
            </a:srgbClr>
          </a:solidFill>
        </p:grpSpPr>
        <p:sp>
          <p:nvSpPr>
            <p:cNvPr id="7" name="Freeform 8">
              <a:extLst>
                <a:ext uri="{FF2B5EF4-FFF2-40B4-BE49-F238E27FC236}">
                  <a16:creationId xmlns:a16="http://schemas.microsoft.com/office/drawing/2014/main" id="{A4BB1E0C-3B71-494C-90A5-5E83B05763C4}"/>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8" name="Freeform 42">
              <a:extLst>
                <a:ext uri="{FF2B5EF4-FFF2-40B4-BE49-F238E27FC236}">
                  <a16:creationId xmlns:a16="http://schemas.microsoft.com/office/drawing/2014/main" id="{9C922C0C-6676-4220-A57A-6A60B760EC5E}"/>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9" name="Freeform 43">
              <a:extLst>
                <a:ext uri="{FF2B5EF4-FFF2-40B4-BE49-F238E27FC236}">
                  <a16:creationId xmlns:a16="http://schemas.microsoft.com/office/drawing/2014/main" id="{13B11B68-25F0-45BA-8167-7E67FD4D1E0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0" name="Freeform 44">
              <a:extLst>
                <a:ext uri="{FF2B5EF4-FFF2-40B4-BE49-F238E27FC236}">
                  <a16:creationId xmlns:a16="http://schemas.microsoft.com/office/drawing/2014/main" id="{3AA3C9BE-308B-42E0-B388-8B9594616391}"/>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1" name="Freeform 45">
              <a:extLst>
                <a:ext uri="{FF2B5EF4-FFF2-40B4-BE49-F238E27FC236}">
                  <a16:creationId xmlns:a16="http://schemas.microsoft.com/office/drawing/2014/main" id="{2270AF1B-A34B-4183-AA58-499F7FC92BEA}"/>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2" name="Freeform 46">
              <a:extLst>
                <a:ext uri="{FF2B5EF4-FFF2-40B4-BE49-F238E27FC236}">
                  <a16:creationId xmlns:a16="http://schemas.microsoft.com/office/drawing/2014/main" id="{1648A05A-8C9B-4DCB-ADF5-C0E9CA804EF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3" name="Freeform 47">
              <a:extLst>
                <a:ext uri="{FF2B5EF4-FFF2-40B4-BE49-F238E27FC236}">
                  <a16:creationId xmlns:a16="http://schemas.microsoft.com/office/drawing/2014/main" id="{780F1822-408A-4D9E-A7BB-5649D8459E2F}"/>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4" name="Freeform 48">
              <a:extLst>
                <a:ext uri="{FF2B5EF4-FFF2-40B4-BE49-F238E27FC236}">
                  <a16:creationId xmlns:a16="http://schemas.microsoft.com/office/drawing/2014/main" id="{D7B27305-F882-49EB-B5D1-DAD265B8F59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5" name="Freeform 49">
              <a:extLst>
                <a:ext uri="{FF2B5EF4-FFF2-40B4-BE49-F238E27FC236}">
                  <a16:creationId xmlns:a16="http://schemas.microsoft.com/office/drawing/2014/main" id="{1C88A9B0-6500-44EB-B523-6AB8CF2E5B58}"/>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6" name="Freeform 50">
              <a:extLst>
                <a:ext uri="{FF2B5EF4-FFF2-40B4-BE49-F238E27FC236}">
                  <a16:creationId xmlns:a16="http://schemas.microsoft.com/office/drawing/2014/main" id="{02B0BE86-EC4F-4A7E-B284-3AA3AEE5F3B5}"/>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7" name="Freeform 51">
              <a:extLst>
                <a:ext uri="{FF2B5EF4-FFF2-40B4-BE49-F238E27FC236}">
                  <a16:creationId xmlns:a16="http://schemas.microsoft.com/office/drawing/2014/main" id="{D646E307-5A0C-4184-9829-2D12C5F1D732}"/>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8" name="Freeform 52">
              <a:extLst>
                <a:ext uri="{FF2B5EF4-FFF2-40B4-BE49-F238E27FC236}">
                  <a16:creationId xmlns:a16="http://schemas.microsoft.com/office/drawing/2014/main" id="{1213DF27-0675-40E1-AF04-500FEC47309C}"/>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9" name="Freeform 53">
              <a:extLst>
                <a:ext uri="{FF2B5EF4-FFF2-40B4-BE49-F238E27FC236}">
                  <a16:creationId xmlns:a16="http://schemas.microsoft.com/office/drawing/2014/main" id="{78B921DD-11CC-425E-A465-F4034A5A080D}"/>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0" name="Freeform 54">
              <a:extLst>
                <a:ext uri="{FF2B5EF4-FFF2-40B4-BE49-F238E27FC236}">
                  <a16:creationId xmlns:a16="http://schemas.microsoft.com/office/drawing/2014/main" id="{E251C559-AD0A-4238-9C00-053CFAFCF5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1" name="Freeform 55">
              <a:extLst>
                <a:ext uri="{FF2B5EF4-FFF2-40B4-BE49-F238E27FC236}">
                  <a16:creationId xmlns:a16="http://schemas.microsoft.com/office/drawing/2014/main" id="{22DC21C7-7AEE-4789-B295-78B5A39F5F12}"/>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2" name="Freeform 56">
              <a:extLst>
                <a:ext uri="{FF2B5EF4-FFF2-40B4-BE49-F238E27FC236}">
                  <a16:creationId xmlns:a16="http://schemas.microsoft.com/office/drawing/2014/main" id="{2089A1EF-769C-4B32-ACB7-0843ADFE09A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3" name="Freeform 57">
              <a:extLst>
                <a:ext uri="{FF2B5EF4-FFF2-40B4-BE49-F238E27FC236}">
                  <a16:creationId xmlns:a16="http://schemas.microsoft.com/office/drawing/2014/main" id="{89065D5C-2F82-4B9C-9DCF-556527D2755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4" name="Freeform 58">
              <a:extLst>
                <a:ext uri="{FF2B5EF4-FFF2-40B4-BE49-F238E27FC236}">
                  <a16:creationId xmlns:a16="http://schemas.microsoft.com/office/drawing/2014/main" id="{63D30659-2737-4732-A71C-025BE4A9E86B}"/>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5" name="Freeform 59">
              <a:extLst>
                <a:ext uri="{FF2B5EF4-FFF2-40B4-BE49-F238E27FC236}">
                  <a16:creationId xmlns:a16="http://schemas.microsoft.com/office/drawing/2014/main" id="{26925B20-892F-495B-ACDF-9EC468A2C7C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6" name="Freeform 60">
              <a:extLst>
                <a:ext uri="{FF2B5EF4-FFF2-40B4-BE49-F238E27FC236}">
                  <a16:creationId xmlns:a16="http://schemas.microsoft.com/office/drawing/2014/main" id="{F4DFD42E-FD06-4DD4-BD5D-E8024A4948AB}"/>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7" name="Freeform 61">
              <a:extLst>
                <a:ext uri="{FF2B5EF4-FFF2-40B4-BE49-F238E27FC236}">
                  <a16:creationId xmlns:a16="http://schemas.microsoft.com/office/drawing/2014/main" id="{AFA1A6B6-4731-43D9-A6A3-8AFB9A5AE684}"/>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8" name="Freeform 62">
              <a:extLst>
                <a:ext uri="{FF2B5EF4-FFF2-40B4-BE49-F238E27FC236}">
                  <a16:creationId xmlns:a16="http://schemas.microsoft.com/office/drawing/2014/main" id="{7C89F33A-1343-45E8-91E5-F27A8457EA0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9" name="Freeform 71">
              <a:extLst>
                <a:ext uri="{FF2B5EF4-FFF2-40B4-BE49-F238E27FC236}">
                  <a16:creationId xmlns:a16="http://schemas.microsoft.com/office/drawing/2014/main" id="{592EB9D1-7BB9-4D0B-9C6E-355FA946B6E7}"/>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grpSp>
      <p:sp>
        <p:nvSpPr>
          <p:cNvPr id="36" name="文本占位符 35">
            <a:extLst>
              <a:ext uri="{FF2B5EF4-FFF2-40B4-BE49-F238E27FC236}">
                <a16:creationId xmlns:a16="http://schemas.microsoft.com/office/drawing/2014/main" id="{99EF31F4-C1DD-413E-8350-2A8F905B444F}"/>
              </a:ext>
            </a:extLst>
          </p:cNvPr>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模板</a:t>
            </a:r>
          </a:p>
        </p:txBody>
      </p:sp>
      <p:sp>
        <p:nvSpPr>
          <p:cNvPr id="41" name="文本占位符 37">
            <a:extLst>
              <a:ext uri="{FF2B5EF4-FFF2-40B4-BE49-F238E27FC236}">
                <a16:creationId xmlns:a16="http://schemas.microsoft.com/office/drawing/2014/main" id="{D6220974-BA97-4239-8B37-C87F7F2D4871}"/>
              </a:ext>
            </a:extLst>
          </p:cNvPr>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a:extLst>
              <a:ext uri="{FF2B5EF4-FFF2-40B4-BE49-F238E27FC236}">
                <a16:creationId xmlns:a16="http://schemas.microsoft.com/office/drawing/2014/main" id="{1E1C9D50-4952-418A-9BEE-D99198F6E380}"/>
              </a:ext>
            </a:extLst>
          </p:cNvPr>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a:extLst>
              <a:ext uri="{FF2B5EF4-FFF2-40B4-BE49-F238E27FC236}">
                <a16:creationId xmlns:a16="http://schemas.microsoft.com/office/drawing/2014/main" id="{62842471-F840-45CA-8087-A1D9DF3CA908}"/>
              </a:ext>
            </a:extLst>
          </p:cNvPr>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extLst>
      <p:ext uri="{BB962C8B-B14F-4D97-AF65-F5344CB8AC3E}">
        <p14:creationId xmlns:p14="http://schemas.microsoft.com/office/powerpoint/2010/main" val="717342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a:extLst>
              <a:ext uri="{FF2B5EF4-FFF2-40B4-BE49-F238E27FC236}">
                <a16:creationId xmlns:a16="http://schemas.microsoft.com/office/drawing/2014/main" id="{4D6291A7-7416-4ABD-BDD5-1A52FB976A6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a:extLst>
              <a:ext uri="{FF2B5EF4-FFF2-40B4-BE49-F238E27FC236}">
                <a16:creationId xmlns:a16="http://schemas.microsoft.com/office/drawing/2014/main" id="{22F2AF65-774C-46B4-8BD3-F9EC13500DE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5" name="文本占位符 40">
            <a:extLst>
              <a:ext uri="{FF2B5EF4-FFF2-40B4-BE49-F238E27FC236}">
                <a16:creationId xmlns:a16="http://schemas.microsoft.com/office/drawing/2014/main" id="{E092B345-4879-4708-91A6-4E07DC6C11C0}"/>
              </a:ext>
            </a:extLst>
          </p:cNvPr>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6" name="文本占位符 40">
            <a:extLst>
              <a:ext uri="{FF2B5EF4-FFF2-40B4-BE49-F238E27FC236}">
                <a16:creationId xmlns:a16="http://schemas.microsoft.com/office/drawing/2014/main" id="{03810C05-3860-4CF4-B2C4-7B90D45455E3}"/>
              </a:ext>
            </a:extLst>
          </p:cNvPr>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7" name="文本占位符 40">
            <a:extLst>
              <a:ext uri="{FF2B5EF4-FFF2-40B4-BE49-F238E27FC236}">
                <a16:creationId xmlns:a16="http://schemas.microsoft.com/office/drawing/2014/main" id="{0A0C6CFA-9C78-45B1-B085-C2C99900D665}"/>
              </a:ext>
            </a:extLst>
          </p:cNvPr>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9" name="文本占位符 40">
            <a:extLst>
              <a:ext uri="{FF2B5EF4-FFF2-40B4-BE49-F238E27FC236}">
                <a16:creationId xmlns:a16="http://schemas.microsoft.com/office/drawing/2014/main" id="{6FA729E4-5DE0-4287-AF67-5FB2109F1BB2}"/>
              </a:ext>
            </a:extLst>
          </p:cNvPr>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50" name="文本框 49">
            <a:extLst>
              <a:ext uri="{FF2B5EF4-FFF2-40B4-BE49-F238E27FC236}">
                <a16:creationId xmlns:a16="http://schemas.microsoft.com/office/drawing/2014/main" id="{56A38F7D-163D-40CF-868C-B65E57289CD7}"/>
              </a:ext>
            </a:extLst>
          </p:cNvPr>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a:extLst>
              <a:ext uri="{FF2B5EF4-FFF2-40B4-BE49-F238E27FC236}">
                <a16:creationId xmlns:a16="http://schemas.microsoft.com/office/drawing/2014/main" id="{CDED66E5-4D15-407E-B9E9-A0489B585942}"/>
              </a:ext>
            </a:extLst>
          </p:cNvPr>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a:extLst>
              <a:ext uri="{FF2B5EF4-FFF2-40B4-BE49-F238E27FC236}">
                <a16:creationId xmlns:a16="http://schemas.microsoft.com/office/drawing/2014/main" id="{507C5DA2-D768-4F0B-A91A-C33F1FD9102B}"/>
              </a:ext>
            </a:extLst>
          </p:cNvPr>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a:extLst>
              <a:ext uri="{FF2B5EF4-FFF2-40B4-BE49-F238E27FC236}">
                <a16:creationId xmlns:a16="http://schemas.microsoft.com/office/drawing/2014/main" id="{A511A62B-B193-4739-A793-D7002B471A43}"/>
              </a:ext>
            </a:extLst>
          </p:cNvPr>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a:extLst>
              <a:ext uri="{FF2B5EF4-FFF2-40B4-BE49-F238E27FC236}">
                <a16:creationId xmlns:a16="http://schemas.microsoft.com/office/drawing/2014/main" id="{50134B45-47D8-49EC-B2C4-4ECBF0176BD7}"/>
              </a:ext>
            </a:extLst>
          </p:cNvPr>
          <p:cNvGrpSpPr/>
          <p:nvPr userDrawn="1"/>
        </p:nvGrpSpPr>
        <p:grpSpPr>
          <a:xfrm>
            <a:off x="2425132" y="3183822"/>
            <a:ext cx="1945700" cy="1941162"/>
            <a:chOff x="2105799" y="20055838"/>
            <a:chExt cx="6748090" cy="6732363"/>
          </a:xfrm>
          <a:solidFill>
            <a:schemeClr val="accent1"/>
          </a:solidFill>
        </p:grpSpPr>
        <p:sp>
          <p:nvSpPr>
            <p:cNvPr id="57" name="Freeform 8">
              <a:extLst>
                <a:ext uri="{FF2B5EF4-FFF2-40B4-BE49-F238E27FC236}">
                  <a16:creationId xmlns:a16="http://schemas.microsoft.com/office/drawing/2014/main" id="{3AFA21E4-54E4-474B-AB1C-59ABBA29DA26}"/>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42">
              <a:extLst>
                <a:ext uri="{FF2B5EF4-FFF2-40B4-BE49-F238E27FC236}">
                  <a16:creationId xmlns:a16="http://schemas.microsoft.com/office/drawing/2014/main" id="{38B24B0A-5539-4D2D-A7DD-73E521128A7A}"/>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43">
              <a:extLst>
                <a:ext uri="{FF2B5EF4-FFF2-40B4-BE49-F238E27FC236}">
                  <a16:creationId xmlns:a16="http://schemas.microsoft.com/office/drawing/2014/main" id="{E0E9CC68-E749-47CC-8EEF-B8B1D81C1F03}"/>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44">
              <a:extLst>
                <a:ext uri="{FF2B5EF4-FFF2-40B4-BE49-F238E27FC236}">
                  <a16:creationId xmlns:a16="http://schemas.microsoft.com/office/drawing/2014/main" id="{DB2F8014-13A0-4EED-9E54-018B50E7499E}"/>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45">
              <a:extLst>
                <a:ext uri="{FF2B5EF4-FFF2-40B4-BE49-F238E27FC236}">
                  <a16:creationId xmlns:a16="http://schemas.microsoft.com/office/drawing/2014/main" id="{74ABE961-157F-44CB-B98E-6BC13D4BE116}"/>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46">
              <a:extLst>
                <a:ext uri="{FF2B5EF4-FFF2-40B4-BE49-F238E27FC236}">
                  <a16:creationId xmlns:a16="http://schemas.microsoft.com/office/drawing/2014/main" id="{A8EDD165-034A-405C-8387-D78D2A7E5008}"/>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47">
              <a:extLst>
                <a:ext uri="{FF2B5EF4-FFF2-40B4-BE49-F238E27FC236}">
                  <a16:creationId xmlns:a16="http://schemas.microsoft.com/office/drawing/2014/main" id="{7B6C6F1F-1F3E-4FDB-922F-9463383773F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48">
              <a:extLst>
                <a:ext uri="{FF2B5EF4-FFF2-40B4-BE49-F238E27FC236}">
                  <a16:creationId xmlns:a16="http://schemas.microsoft.com/office/drawing/2014/main" id="{29FCF922-820E-4CDB-86F9-1B2BFFAC1EB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49">
              <a:extLst>
                <a:ext uri="{FF2B5EF4-FFF2-40B4-BE49-F238E27FC236}">
                  <a16:creationId xmlns:a16="http://schemas.microsoft.com/office/drawing/2014/main" id="{BC9F70C6-EC0D-4FF5-BC12-B628A56E4AC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0">
              <a:extLst>
                <a:ext uri="{FF2B5EF4-FFF2-40B4-BE49-F238E27FC236}">
                  <a16:creationId xmlns:a16="http://schemas.microsoft.com/office/drawing/2014/main" id="{22C93A2B-D2C4-4B41-AED7-1C8A35C4F4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51">
              <a:extLst>
                <a:ext uri="{FF2B5EF4-FFF2-40B4-BE49-F238E27FC236}">
                  <a16:creationId xmlns:a16="http://schemas.microsoft.com/office/drawing/2014/main" id="{49AA6AE9-EE4E-4805-8DAD-3192F29A00F6}"/>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52">
              <a:extLst>
                <a:ext uri="{FF2B5EF4-FFF2-40B4-BE49-F238E27FC236}">
                  <a16:creationId xmlns:a16="http://schemas.microsoft.com/office/drawing/2014/main" id="{58F96C6B-EC74-4E2B-BEFE-85CD9E272B8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53">
              <a:extLst>
                <a:ext uri="{FF2B5EF4-FFF2-40B4-BE49-F238E27FC236}">
                  <a16:creationId xmlns:a16="http://schemas.microsoft.com/office/drawing/2014/main" id="{B0809F50-496A-4255-B4DE-C9A321AB701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54">
              <a:extLst>
                <a:ext uri="{FF2B5EF4-FFF2-40B4-BE49-F238E27FC236}">
                  <a16:creationId xmlns:a16="http://schemas.microsoft.com/office/drawing/2014/main" id="{9F87CF65-112C-4ABD-B2D1-00BAFED667A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55">
              <a:extLst>
                <a:ext uri="{FF2B5EF4-FFF2-40B4-BE49-F238E27FC236}">
                  <a16:creationId xmlns:a16="http://schemas.microsoft.com/office/drawing/2014/main" id="{51971117-C1ED-4363-98CD-BF4F681FEB2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2" name="Freeform 56">
              <a:extLst>
                <a:ext uri="{FF2B5EF4-FFF2-40B4-BE49-F238E27FC236}">
                  <a16:creationId xmlns:a16="http://schemas.microsoft.com/office/drawing/2014/main" id="{A9659DA4-2A51-43A6-922C-5D9741A264C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3" name="Freeform 57">
              <a:extLst>
                <a:ext uri="{FF2B5EF4-FFF2-40B4-BE49-F238E27FC236}">
                  <a16:creationId xmlns:a16="http://schemas.microsoft.com/office/drawing/2014/main" id="{6D2AD94D-A2FC-47E6-9333-74F53AD4AD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4" name="Freeform 58">
              <a:extLst>
                <a:ext uri="{FF2B5EF4-FFF2-40B4-BE49-F238E27FC236}">
                  <a16:creationId xmlns:a16="http://schemas.microsoft.com/office/drawing/2014/main" id="{FBF04BC2-9173-4560-A801-C3E77FAFAD0D}"/>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5" name="Freeform 59">
              <a:extLst>
                <a:ext uri="{FF2B5EF4-FFF2-40B4-BE49-F238E27FC236}">
                  <a16:creationId xmlns:a16="http://schemas.microsoft.com/office/drawing/2014/main" id="{10B5FD19-1004-4FBB-A735-BADE89DBC32F}"/>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6" name="Freeform 60">
              <a:extLst>
                <a:ext uri="{FF2B5EF4-FFF2-40B4-BE49-F238E27FC236}">
                  <a16:creationId xmlns:a16="http://schemas.microsoft.com/office/drawing/2014/main" id="{E46D3E77-3956-4899-9133-7E5AB0838600}"/>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7" name="Freeform 61">
              <a:extLst>
                <a:ext uri="{FF2B5EF4-FFF2-40B4-BE49-F238E27FC236}">
                  <a16:creationId xmlns:a16="http://schemas.microsoft.com/office/drawing/2014/main" id="{8EC0140A-1488-4FC2-A47E-78B02853636C}"/>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8" name="Freeform 62">
              <a:extLst>
                <a:ext uri="{FF2B5EF4-FFF2-40B4-BE49-F238E27FC236}">
                  <a16:creationId xmlns:a16="http://schemas.microsoft.com/office/drawing/2014/main" id="{03F5EEE1-8308-4F13-B04A-6876990D565D}"/>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9" name="Freeform 71">
              <a:extLst>
                <a:ext uri="{FF2B5EF4-FFF2-40B4-BE49-F238E27FC236}">
                  <a16:creationId xmlns:a16="http://schemas.microsoft.com/office/drawing/2014/main" id="{AB75AD00-AB3C-43A5-A617-D40ADF65DFE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565530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71" name="矩形 70">
            <a:extLst>
              <a:ext uri="{FF2B5EF4-FFF2-40B4-BE49-F238E27FC236}">
                <a16:creationId xmlns:a16="http://schemas.microsoft.com/office/drawing/2014/main" id="{1DEB25A3-6BFF-4215-894B-71D6E2DD833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a:extLst>
              <a:ext uri="{FF2B5EF4-FFF2-40B4-BE49-F238E27FC236}">
                <a16:creationId xmlns:a16="http://schemas.microsoft.com/office/drawing/2014/main" id="{E8917928-9484-40B9-8C50-C1CA090DFE44}"/>
              </a:ext>
            </a:extLst>
          </p:cNvPr>
          <p:cNvGrpSpPr/>
          <p:nvPr userDrawn="1"/>
        </p:nvGrpSpPr>
        <p:grpSpPr>
          <a:xfrm>
            <a:off x="2425132" y="3183822"/>
            <a:ext cx="1945700" cy="1941162"/>
            <a:chOff x="2105799" y="20055838"/>
            <a:chExt cx="6748090" cy="6732363"/>
          </a:xfrm>
          <a:solidFill>
            <a:schemeClr val="accent1"/>
          </a:solidFill>
        </p:grpSpPr>
        <p:sp>
          <p:nvSpPr>
            <p:cNvPr id="48" name="Freeform 8">
              <a:extLst>
                <a:ext uri="{FF2B5EF4-FFF2-40B4-BE49-F238E27FC236}">
                  <a16:creationId xmlns:a16="http://schemas.microsoft.com/office/drawing/2014/main" id="{59086FAE-7BCE-4F42-BEAF-83E039527D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49" name="Freeform 42">
              <a:extLst>
                <a:ext uri="{FF2B5EF4-FFF2-40B4-BE49-F238E27FC236}">
                  <a16:creationId xmlns:a16="http://schemas.microsoft.com/office/drawing/2014/main" id="{10B13E90-F439-48CA-AD95-7138BB9F29B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0" name="Freeform 43">
              <a:extLst>
                <a:ext uri="{FF2B5EF4-FFF2-40B4-BE49-F238E27FC236}">
                  <a16:creationId xmlns:a16="http://schemas.microsoft.com/office/drawing/2014/main" id="{5F0B2961-18DD-4861-8D52-0A383ECCB08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1" name="Freeform 44">
              <a:extLst>
                <a:ext uri="{FF2B5EF4-FFF2-40B4-BE49-F238E27FC236}">
                  <a16:creationId xmlns:a16="http://schemas.microsoft.com/office/drawing/2014/main" id="{AB5B5CF7-72A5-4E9E-BD84-D5722080E3A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2" name="Freeform 45">
              <a:extLst>
                <a:ext uri="{FF2B5EF4-FFF2-40B4-BE49-F238E27FC236}">
                  <a16:creationId xmlns:a16="http://schemas.microsoft.com/office/drawing/2014/main" id="{B40B6773-5AF3-4B78-A875-0F1C89DBCBD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3" name="Freeform 46">
              <a:extLst>
                <a:ext uri="{FF2B5EF4-FFF2-40B4-BE49-F238E27FC236}">
                  <a16:creationId xmlns:a16="http://schemas.microsoft.com/office/drawing/2014/main" id="{211E77CF-A371-4394-80EE-A23B8E761CF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4" name="Freeform 47">
              <a:extLst>
                <a:ext uri="{FF2B5EF4-FFF2-40B4-BE49-F238E27FC236}">
                  <a16:creationId xmlns:a16="http://schemas.microsoft.com/office/drawing/2014/main" id="{24C2E5AA-B456-402D-AACB-CF50F586373D}"/>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5" name="Freeform 48">
              <a:extLst>
                <a:ext uri="{FF2B5EF4-FFF2-40B4-BE49-F238E27FC236}">
                  <a16:creationId xmlns:a16="http://schemas.microsoft.com/office/drawing/2014/main" id="{5CEFFC85-E9B5-40DB-A773-6AA641A5EA9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6" name="Freeform 49">
              <a:extLst>
                <a:ext uri="{FF2B5EF4-FFF2-40B4-BE49-F238E27FC236}">
                  <a16:creationId xmlns:a16="http://schemas.microsoft.com/office/drawing/2014/main" id="{DF550AC9-9345-4B32-A0CD-DA983D3011C1}"/>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7" name="Freeform 50">
              <a:extLst>
                <a:ext uri="{FF2B5EF4-FFF2-40B4-BE49-F238E27FC236}">
                  <a16:creationId xmlns:a16="http://schemas.microsoft.com/office/drawing/2014/main" id="{29471116-16CF-4D64-B565-49C15F226E2A}"/>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51">
              <a:extLst>
                <a:ext uri="{FF2B5EF4-FFF2-40B4-BE49-F238E27FC236}">
                  <a16:creationId xmlns:a16="http://schemas.microsoft.com/office/drawing/2014/main" id="{9E60588D-9746-4C96-BB9F-CD0875FA3CF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52">
              <a:extLst>
                <a:ext uri="{FF2B5EF4-FFF2-40B4-BE49-F238E27FC236}">
                  <a16:creationId xmlns:a16="http://schemas.microsoft.com/office/drawing/2014/main" id="{8D2145FF-BFA9-4FEA-9430-C2F6CFF9B9A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53">
              <a:extLst>
                <a:ext uri="{FF2B5EF4-FFF2-40B4-BE49-F238E27FC236}">
                  <a16:creationId xmlns:a16="http://schemas.microsoft.com/office/drawing/2014/main" id="{31731D7D-B614-4B40-BD98-92032FFEDC84}"/>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54">
              <a:extLst>
                <a:ext uri="{FF2B5EF4-FFF2-40B4-BE49-F238E27FC236}">
                  <a16:creationId xmlns:a16="http://schemas.microsoft.com/office/drawing/2014/main" id="{85133ADC-E731-46F5-90AB-E151D742530F}"/>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55">
              <a:extLst>
                <a:ext uri="{FF2B5EF4-FFF2-40B4-BE49-F238E27FC236}">
                  <a16:creationId xmlns:a16="http://schemas.microsoft.com/office/drawing/2014/main" id="{8A62A99D-E0DB-4111-9FEB-3E4F6344232D}"/>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56">
              <a:extLst>
                <a:ext uri="{FF2B5EF4-FFF2-40B4-BE49-F238E27FC236}">
                  <a16:creationId xmlns:a16="http://schemas.microsoft.com/office/drawing/2014/main" id="{F80FCAD7-78A2-4243-97E5-91414F895B41}"/>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57">
              <a:extLst>
                <a:ext uri="{FF2B5EF4-FFF2-40B4-BE49-F238E27FC236}">
                  <a16:creationId xmlns:a16="http://schemas.microsoft.com/office/drawing/2014/main" id="{BCEB97F9-5E6D-4143-A326-123BB40920E4}"/>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58">
              <a:extLst>
                <a:ext uri="{FF2B5EF4-FFF2-40B4-BE49-F238E27FC236}">
                  <a16:creationId xmlns:a16="http://schemas.microsoft.com/office/drawing/2014/main" id="{A0EC93B7-5F9E-4596-A0B4-56E551810B41}"/>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9">
              <a:extLst>
                <a:ext uri="{FF2B5EF4-FFF2-40B4-BE49-F238E27FC236}">
                  <a16:creationId xmlns:a16="http://schemas.microsoft.com/office/drawing/2014/main" id="{9CB41E21-FEE3-4D2D-9551-B88C07BC03E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60">
              <a:extLst>
                <a:ext uri="{FF2B5EF4-FFF2-40B4-BE49-F238E27FC236}">
                  <a16:creationId xmlns:a16="http://schemas.microsoft.com/office/drawing/2014/main" id="{55D43798-13B8-4DAF-98D6-284AD8D22E66}"/>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61">
              <a:extLst>
                <a:ext uri="{FF2B5EF4-FFF2-40B4-BE49-F238E27FC236}">
                  <a16:creationId xmlns:a16="http://schemas.microsoft.com/office/drawing/2014/main" id="{8CA5B0FD-C8F6-426F-AC2B-522A58FE00FD}"/>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62">
              <a:extLst>
                <a:ext uri="{FF2B5EF4-FFF2-40B4-BE49-F238E27FC236}">
                  <a16:creationId xmlns:a16="http://schemas.microsoft.com/office/drawing/2014/main" id="{F7A64D83-8794-4383-B608-9C794C6FA37F}"/>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71">
              <a:extLst>
                <a:ext uri="{FF2B5EF4-FFF2-40B4-BE49-F238E27FC236}">
                  <a16:creationId xmlns:a16="http://schemas.microsoft.com/office/drawing/2014/main" id="{98DEF15F-7ADA-4CD6-AE2B-F2091812707E}"/>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3038665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a:extLst>
              <a:ext uri="{FF2B5EF4-FFF2-40B4-BE49-F238E27FC236}">
                <a16:creationId xmlns:a16="http://schemas.microsoft.com/office/drawing/2014/main" id="{9641EC2A-644C-47E6-9137-85F1FC0E3567}"/>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grpSp>
        <p:nvGrpSpPr>
          <p:cNvPr id="11" name="组合 10">
            <a:extLst>
              <a:ext uri="{FF2B5EF4-FFF2-40B4-BE49-F238E27FC236}">
                <a16:creationId xmlns:a16="http://schemas.microsoft.com/office/drawing/2014/main" id="{58D2D447-3244-41E4-A676-38C4ED0BA81A}"/>
              </a:ext>
            </a:extLst>
          </p:cNvPr>
          <p:cNvGrpSpPr/>
          <p:nvPr userDrawn="1"/>
        </p:nvGrpSpPr>
        <p:grpSpPr>
          <a:xfrm>
            <a:off x="2425132" y="3183822"/>
            <a:ext cx="1945700" cy="1941162"/>
            <a:chOff x="2105799" y="20055838"/>
            <a:chExt cx="6748090" cy="6732363"/>
          </a:xfrm>
          <a:solidFill>
            <a:schemeClr val="accent1"/>
          </a:solidFill>
        </p:grpSpPr>
        <p:sp>
          <p:nvSpPr>
            <p:cNvPr id="12" name="Freeform 8">
              <a:extLst>
                <a:ext uri="{FF2B5EF4-FFF2-40B4-BE49-F238E27FC236}">
                  <a16:creationId xmlns:a16="http://schemas.microsoft.com/office/drawing/2014/main" id="{9AA64509-AACF-40D4-B9A9-B88859BA8568}"/>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 name="Freeform 42">
              <a:extLst>
                <a:ext uri="{FF2B5EF4-FFF2-40B4-BE49-F238E27FC236}">
                  <a16:creationId xmlns:a16="http://schemas.microsoft.com/office/drawing/2014/main" id="{F96E3831-BAD6-495D-9EB0-9AF4F9E4AA14}"/>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 name="Freeform 43">
              <a:extLst>
                <a:ext uri="{FF2B5EF4-FFF2-40B4-BE49-F238E27FC236}">
                  <a16:creationId xmlns:a16="http://schemas.microsoft.com/office/drawing/2014/main" id="{3F1B9F65-74B2-4321-AF02-F2775CA32BF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5" name="Freeform 44">
              <a:extLst>
                <a:ext uri="{FF2B5EF4-FFF2-40B4-BE49-F238E27FC236}">
                  <a16:creationId xmlns:a16="http://schemas.microsoft.com/office/drawing/2014/main" id="{FE06968D-A503-4A41-8AFB-7D81E20035B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6" name="Freeform 45">
              <a:extLst>
                <a:ext uri="{FF2B5EF4-FFF2-40B4-BE49-F238E27FC236}">
                  <a16:creationId xmlns:a16="http://schemas.microsoft.com/office/drawing/2014/main" id="{3C3EA8C8-7562-473E-AA9E-E46E885B1C6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7" name="Freeform 46">
              <a:extLst>
                <a:ext uri="{FF2B5EF4-FFF2-40B4-BE49-F238E27FC236}">
                  <a16:creationId xmlns:a16="http://schemas.microsoft.com/office/drawing/2014/main" id="{C0C84DE1-C4B4-4D09-BD06-05AEFB9791EF}"/>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8" name="Freeform 47">
              <a:extLst>
                <a:ext uri="{FF2B5EF4-FFF2-40B4-BE49-F238E27FC236}">
                  <a16:creationId xmlns:a16="http://schemas.microsoft.com/office/drawing/2014/main" id="{65F4A63D-2ED8-4FC9-B6B2-5F5EFDFB9E4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9" name="Freeform 48">
              <a:extLst>
                <a:ext uri="{FF2B5EF4-FFF2-40B4-BE49-F238E27FC236}">
                  <a16:creationId xmlns:a16="http://schemas.microsoft.com/office/drawing/2014/main" id="{30943538-8677-44DF-9F6E-134AE82AAF8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0" name="Freeform 49">
              <a:extLst>
                <a:ext uri="{FF2B5EF4-FFF2-40B4-BE49-F238E27FC236}">
                  <a16:creationId xmlns:a16="http://schemas.microsoft.com/office/drawing/2014/main" id="{13907DDE-205F-4FB4-AFBD-67ED1FEBA24B}"/>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1" name="Freeform 50">
              <a:extLst>
                <a:ext uri="{FF2B5EF4-FFF2-40B4-BE49-F238E27FC236}">
                  <a16:creationId xmlns:a16="http://schemas.microsoft.com/office/drawing/2014/main" id="{08C2EE5C-263D-44B6-9CDF-3DA614AED668}"/>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2" name="Freeform 51">
              <a:extLst>
                <a:ext uri="{FF2B5EF4-FFF2-40B4-BE49-F238E27FC236}">
                  <a16:creationId xmlns:a16="http://schemas.microsoft.com/office/drawing/2014/main" id="{1BC3085B-1BA9-42A1-8148-C79B13CD3100}"/>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3" name="Freeform 52">
              <a:extLst>
                <a:ext uri="{FF2B5EF4-FFF2-40B4-BE49-F238E27FC236}">
                  <a16:creationId xmlns:a16="http://schemas.microsoft.com/office/drawing/2014/main" id="{21A74121-72BF-4931-9059-F6BE796C5DE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4" name="Freeform 53">
              <a:extLst>
                <a:ext uri="{FF2B5EF4-FFF2-40B4-BE49-F238E27FC236}">
                  <a16:creationId xmlns:a16="http://schemas.microsoft.com/office/drawing/2014/main" id="{7BF25357-75D2-4264-87FF-6936CFBB281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5" name="Freeform 54">
              <a:extLst>
                <a:ext uri="{FF2B5EF4-FFF2-40B4-BE49-F238E27FC236}">
                  <a16:creationId xmlns:a16="http://schemas.microsoft.com/office/drawing/2014/main" id="{6706F8B4-5F38-4B1E-8AC8-060D5CAF428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6" name="Freeform 55">
              <a:extLst>
                <a:ext uri="{FF2B5EF4-FFF2-40B4-BE49-F238E27FC236}">
                  <a16:creationId xmlns:a16="http://schemas.microsoft.com/office/drawing/2014/main" id="{DC3F3881-E2C2-4250-9657-EFA4447E80A7}"/>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7" name="Freeform 56">
              <a:extLst>
                <a:ext uri="{FF2B5EF4-FFF2-40B4-BE49-F238E27FC236}">
                  <a16:creationId xmlns:a16="http://schemas.microsoft.com/office/drawing/2014/main" id="{88FE206D-A977-476A-B4CA-99B073947EB7}"/>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8" name="Freeform 57">
              <a:extLst>
                <a:ext uri="{FF2B5EF4-FFF2-40B4-BE49-F238E27FC236}">
                  <a16:creationId xmlns:a16="http://schemas.microsoft.com/office/drawing/2014/main" id="{B06997A0-DFD7-47F0-8C39-4B885713EF3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9" name="Freeform 58">
              <a:extLst>
                <a:ext uri="{FF2B5EF4-FFF2-40B4-BE49-F238E27FC236}">
                  <a16:creationId xmlns:a16="http://schemas.microsoft.com/office/drawing/2014/main" id="{90D9C13C-38D7-4151-B068-07D32EBBA1E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0" name="Freeform 59">
              <a:extLst>
                <a:ext uri="{FF2B5EF4-FFF2-40B4-BE49-F238E27FC236}">
                  <a16:creationId xmlns:a16="http://schemas.microsoft.com/office/drawing/2014/main" id="{6C00BB8F-C378-44EC-B555-754A4EE766D8}"/>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1" name="Freeform 60">
              <a:extLst>
                <a:ext uri="{FF2B5EF4-FFF2-40B4-BE49-F238E27FC236}">
                  <a16:creationId xmlns:a16="http://schemas.microsoft.com/office/drawing/2014/main" id="{8731A85C-7C9F-4BF0-856E-375403FD4484}"/>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2" name="Freeform 61">
              <a:extLst>
                <a:ext uri="{FF2B5EF4-FFF2-40B4-BE49-F238E27FC236}">
                  <a16:creationId xmlns:a16="http://schemas.microsoft.com/office/drawing/2014/main" id="{FA502E58-9B89-4DF1-AE1D-3CFDAC1F161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3" name="Freeform 62">
              <a:extLst>
                <a:ext uri="{FF2B5EF4-FFF2-40B4-BE49-F238E27FC236}">
                  <a16:creationId xmlns:a16="http://schemas.microsoft.com/office/drawing/2014/main" id="{CCA61D46-09FC-4512-9A7A-A84ED3A0BFF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4" name="Freeform 71">
              <a:extLst>
                <a:ext uri="{FF2B5EF4-FFF2-40B4-BE49-F238E27FC236}">
                  <a16:creationId xmlns:a16="http://schemas.microsoft.com/office/drawing/2014/main" id="{8146A89A-2BA7-4B57-8E40-2BE9834C80D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a:extLst>
              <a:ext uri="{FF2B5EF4-FFF2-40B4-BE49-F238E27FC236}">
                <a16:creationId xmlns:a16="http://schemas.microsoft.com/office/drawing/2014/main" id="{DE6C1D1C-BBCF-4A55-BE60-5C9BEA569916}"/>
              </a:ext>
            </a:extLst>
          </p:cNvPr>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8" name="文本框 47">
            <a:extLst>
              <a:ext uri="{FF2B5EF4-FFF2-40B4-BE49-F238E27FC236}">
                <a16:creationId xmlns:a16="http://schemas.microsoft.com/office/drawing/2014/main" id="{9D06A1A9-0BD9-48A8-B6A6-2404F9BF51E0}"/>
              </a:ext>
            </a:extLst>
          </p:cNvPr>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extLst>
      <p:ext uri="{BB962C8B-B14F-4D97-AF65-F5344CB8AC3E}">
        <p14:creationId xmlns:p14="http://schemas.microsoft.com/office/powerpoint/2010/main" val="118467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cxnSp>
        <p:nvCxnSpPr>
          <p:cNvPr id="70" name="直接连接符 69">
            <a:extLst>
              <a:ext uri="{FF2B5EF4-FFF2-40B4-BE49-F238E27FC236}">
                <a16:creationId xmlns:a16="http://schemas.microsoft.com/office/drawing/2014/main" id="{52622493-1C1B-4EB2-862A-4E4822408AA0}"/>
              </a:ext>
            </a:extLst>
          </p:cNvPr>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a:extLst>
              <a:ext uri="{FF2B5EF4-FFF2-40B4-BE49-F238E27FC236}">
                <a16:creationId xmlns:a16="http://schemas.microsoft.com/office/drawing/2014/main" id="{8AA9FB39-26D8-421B-89F7-86CD2AE08CD8}"/>
              </a:ext>
            </a:extLst>
          </p:cNvPr>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XX</a:t>
            </a:r>
            <a:endParaRPr lang="zh-CN" altLang="en-US" dirty="0"/>
          </a:p>
        </p:txBody>
      </p:sp>
      <p:sp>
        <p:nvSpPr>
          <p:cNvPr id="127" name="文本占位符 3">
            <a:extLst>
              <a:ext uri="{FF2B5EF4-FFF2-40B4-BE49-F238E27FC236}">
                <a16:creationId xmlns:a16="http://schemas.microsoft.com/office/drawing/2014/main" id="{2233AA7D-0112-4B75-9284-9FC6FC0D1D63}"/>
              </a:ext>
            </a:extLst>
          </p:cNvPr>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输入标题文本</a:t>
            </a:r>
          </a:p>
        </p:txBody>
      </p:sp>
      <p:pic>
        <p:nvPicPr>
          <p:cNvPr id="128" name="图形 127">
            <a:extLst>
              <a:ext uri="{FF2B5EF4-FFF2-40B4-BE49-F238E27FC236}">
                <a16:creationId xmlns:a16="http://schemas.microsoft.com/office/drawing/2014/main" id="{B6E5D4A0-9D5F-45D9-899A-F03F9DFF71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a:extLst>
              <a:ext uri="{FF2B5EF4-FFF2-40B4-BE49-F238E27FC236}">
                <a16:creationId xmlns:a16="http://schemas.microsoft.com/office/drawing/2014/main" id="{2AC37DB6-BAC9-459C-B3EE-FDA00215A951}"/>
              </a:ext>
            </a:extLst>
          </p:cNvPr>
          <p:cNvGrpSpPr/>
          <p:nvPr userDrawn="1"/>
        </p:nvGrpSpPr>
        <p:grpSpPr>
          <a:xfrm>
            <a:off x="1654090" y="1145460"/>
            <a:ext cx="1477533" cy="108755"/>
            <a:chOff x="4616246" y="3878362"/>
            <a:chExt cx="5571416" cy="410087"/>
          </a:xfrm>
          <a:solidFill>
            <a:schemeClr val="tx1">
              <a:alpha val="80000"/>
            </a:schemeClr>
          </a:solidFill>
        </p:grpSpPr>
        <p:sp>
          <p:nvSpPr>
            <p:cNvPr id="63" name="Freeform 17">
              <a:extLst>
                <a:ext uri="{FF2B5EF4-FFF2-40B4-BE49-F238E27FC236}">
                  <a16:creationId xmlns:a16="http://schemas.microsoft.com/office/drawing/2014/main" id="{504FCFA3-39FB-4B2B-9BFB-25978CCCA565}"/>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4" name="Freeform 18">
              <a:extLst>
                <a:ext uri="{FF2B5EF4-FFF2-40B4-BE49-F238E27FC236}">
                  <a16:creationId xmlns:a16="http://schemas.microsoft.com/office/drawing/2014/main" id="{A3FBFB70-9C9F-4DFE-BA7E-B2EF8E855B3E}"/>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5" name="Freeform 19">
              <a:extLst>
                <a:ext uri="{FF2B5EF4-FFF2-40B4-BE49-F238E27FC236}">
                  <a16:creationId xmlns:a16="http://schemas.microsoft.com/office/drawing/2014/main" id="{598D91F9-4849-4702-91A4-5EC21EE1F3E2}"/>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7" name="Freeform 20">
              <a:extLst>
                <a:ext uri="{FF2B5EF4-FFF2-40B4-BE49-F238E27FC236}">
                  <a16:creationId xmlns:a16="http://schemas.microsoft.com/office/drawing/2014/main" id="{A3DEDF37-FABD-4768-B994-5CFB44ACF183}"/>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8" name="Freeform 21">
              <a:extLst>
                <a:ext uri="{FF2B5EF4-FFF2-40B4-BE49-F238E27FC236}">
                  <a16:creationId xmlns:a16="http://schemas.microsoft.com/office/drawing/2014/main" id="{9366BE37-2A45-4B1D-BCB3-68A2BC16F427}"/>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22">
              <a:extLst>
                <a:ext uri="{FF2B5EF4-FFF2-40B4-BE49-F238E27FC236}">
                  <a16:creationId xmlns:a16="http://schemas.microsoft.com/office/drawing/2014/main" id="{336BE8A3-3CE2-4FF2-84AE-C2A47F66283F}"/>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1" name="Freeform 23">
              <a:extLst>
                <a:ext uri="{FF2B5EF4-FFF2-40B4-BE49-F238E27FC236}">
                  <a16:creationId xmlns:a16="http://schemas.microsoft.com/office/drawing/2014/main" id="{88041DDA-AE33-4EF1-842D-F936013FB61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29" name="Freeform 25">
              <a:extLst>
                <a:ext uri="{FF2B5EF4-FFF2-40B4-BE49-F238E27FC236}">
                  <a16:creationId xmlns:a16="http://schemas.microsoft.com/office/drawing/2014/main" id="{706182FD-3EAA-45B9-93DD-BCE1670E07FA}"/>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0" name="Freeform 27">
              <a:extLst>
                <a:ext uri="{FF2B5EF4-FFF2-40B4-BE49-F238E27FC236}">
                  <a16:creationId xmlns:a16="http://schemas.microsoft.com/office/drawing/2014/main" id="{E83B3483-EA8E-4C84-9BD1-4E5F98AA9387}"/>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1" name="Freeform 29">
              <a:extLst>
                <a:ext uri="{FF2B5EF4-FFF2-40B4-BE49-F238E27FC236}">
                  <a16:creationId xmlns:a16="http://schemas.microsoft.com/office/drawing/2014/main" id="{ABD5AC87-B621-4108-92CB-D265896F5894}"/>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2" name="Freeform 30">
              <a:extLst>
                <a:ext uri="{FF2B5EF4-FFF2-40B4-BE49-F238E27FC236}">
                  <a16:creationId xmlns:a16="http://schemas.microsoft.com/office/drawing/2014/main" id="{0BB2B514-BAFC-4B2E-9426-ACF7AAF083D8}"/>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3" name="Freeform 31">
              <a:extLst>
                <a:ext uri="{FF2B5EF4-FFF2-40B4-BE49-F238E27FC236}">
                  <a16:creationId xmlns:a16="http://schemas.microsoft.com/office/drawing/2014/main" id="{95F1D8E8-509F-457F-A39C-06F7223B846F}"/>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4" name="Freeform 32">
              <a:extLst>
                <a:ext uri="{FF2B5EF4-FFF2-40B4-BE49-F238E27FC236}">
                  <a16:creationId xmlns:a16="http://schemas.microsoft.com/office/drawing/2014/main" id="{2BDC60B4-2A03-4259-99D7-D6952CF7DC70}"/>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5" name="Freeform 33">
              <a:extLst>
                <a:ext uri="{FF2B5EF4-FFF2-40B4-BE49-F238E27FC236}">
                  <a16:creationId xmlns:a16="http://schemas.microsoft.com/office/drawing/2014/main" id="{D04146B2-3540-4B26-86A2-964C8A3808E0}"/>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6" name="Freeform 34">
              <a:extLst>
                <a:ext uri="{FF2B5EF4-FFF2-40B4-BE49-F238E27FC236}">
                  <a16:creationId xmlns:a16="http://schemas.microsoft.com/office/drawing/2014/main" id="{941B3BC6-A11E-4E3B-B07D-B7635E70A572}"/>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7" name="Freeform 35">
              <a:extLst>
                <a:ext uri="{FF2B5EF4-FFF2-40B4-BE49-F238E27FC236}">
                  <a16:creationId xmlns:a16="http://schemas.microsoft.com/office/drawing/2014/main" id="{BD558C4E-8B51-4077-9535-D4EA2266CCB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38" name="组合 137">
            <a:extLst>
              <a:ext uri="{FF2B5EF4-FFF2-40B4-BE49-F238E27FC236}">
                <a16:creationId xmlns:a16="http://schemas.microsoft.com/office/drawing/2014/main" id="{38946306-BB01-47D1-85B2-D73ED91B5724}"/>
              </a:ext>
            </a:extLst>
          </p:cNvPr>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a:extLst>
                <a:ext uri="{FF2B5EF4-FFF2-40B4-BE49-F238E27FC236}">
                  <a16:creationId xmlns:a16="http://schemas.microsoft.com/office/drawing/2014/main" id="{E18931A2-267C-4A71-BE71-C188DA79BE3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0" name="Freeform 10">
              <a:extLst>
                <a:ext uri="{FF2B5EF4-FFF2-40B4-BE49-F238E27FC236}">
                  <a16:creationId xmlns:a16="http://schemas.microsoft.com/office/drawing/2014/main" id="{703B4DA1-DADE-4E2C-A526-6A13B8A77CE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1" name="Freeform 11">
              <a:extLst>
                <a:ext uri="{FF2B5EF4-FFF2-40B4-BE49-F238E27FC236}">
                  <a16:creationId xmlns:a16="http://schemas.microsoft.com/office/drawing/2014/main" id="{1B331AD2-6B35-4E0A-A20B-4A72FE3A5968}"/>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2" name="Freeform 12">
              <a:extLst>
                <a:ext uri="{FF2B5EF4-FFF2-40B4-BE49-F238E27FC236}">
                  <a16:creationId xmlns:a16="http://schemas.microsoft.com/office/drawing/2014/main" id="{FD62C409-3631-46E2-9587-CB2E648032C0}"/>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3" name="Freeform 13">
              <a:extLst>
                <a:ext uri="{FF2B5EF4-FFF2-40B4-BE49-F238E27FC236}">
                  <a16:creationId xmlns:a16="http://schemas.microsoft.com/office/drawing/2014/main" id="{55833334-4E68-4E9E-BB6D-2E9AF330F93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4" name="Freeform 14">
              <a:extLst>
                <a:ext uri="{FF2B5EF4-FFF2-40B4-BE49-F238E27FC236}">
                  <a16:creationId xmlns:a16="http://schemas.microsoft.com/office/drawing/2014/main" id="{0541028C-AF39-4761-8CCB-ED2A4989788C}"/>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5" name="Freeform 15">
              <a:extLst>
                <a:ext uri="{FF2B5EF4-FFF2-40B4-BE49-F238E27FC236}">
                  <a16:creationId xmlns:a16="http://schemas.microsoft.com/office/drawing/2014/main" id="{029E28D3-B454-45B2-9289-2968F3EBFEE6}"/>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6" name="Freeform 16">
              <a:extLst>
                <a:ext uri="{FF2B5EF4-FFF2-40B4-BE49-F238E27FC236}">
                  <a16:creationId xmlns:a16="http://schemas.microsoft.com/office/drawing/2014/main" id="{D0BB8E3B-59F6-4A01-960E-0F7B97844633}"/>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7" name="Freeform 24">
              <a:extLst>
                <a:ext uri="{FF2B5EF4-FFF2-40B4-BE49-F238E27FC236}">
                  <a16:creationId xmlns:a16="http://schemas.microsoft.com/office/drawing/2014/main" id="{05627743-9A54-4094-B73D-287771342A31}"/>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8" name="Freeform 26">
              <a:extLst>
                <a:ext uri="{FF2B5EF4-FFF2-40B4-BE49-F238E27FC236}">
                  <a16:creationId xmlns:a16="http://schemas.microsoft.com/office/drawing/2014/main" id="{699C7083-01DE-4A4B-84DD-E90155913A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28">
              <a:extLst>
                <a:ext uri="{FF2B5EF4-FFF2-40B4-BE49-F238E27FC236}">
                  <a16:creationId xmlns:a16="http://schemas.microsoft.com/office/drawing/2014/main" id="{8B40CCE1-C62C-4D51-9D8F-C4639686629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36">
              <a:extLst>
                <a:ext uri="{FF2B5EF4-FFF2-40B4-BE49-F238E27FC236}">
                  <a16:creationId xmlns:a16="http://schemas.microsoft.com/office/drawing/2014/main" id="{61179EB0-0CBF-4D6F-AAA1-7720EA90C8E5}"/>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51" name="组合 150">
            <a:extLst>
              <a:ext uri="{FF2B5EF4-FFF2-40B4-BE49-F238E27FC236}">
                <a16:creationId xmlns:a16="http://schemas.microsoft.com/office/drawing/2014/main" id="{6B04C171-0905-4BEB-B13A-7AFFEA8524C5}"/>
              </a:ext>
            </a:extLst>
          </p:cNvPr>
          <p:cNvGrpSpPr/>
          <p:nvPr userDrawn="1"/>
        </p:nvGrpSpPr>
        <p:grpSpPr>
          <a:xfrm>
            <a:off x="882188" y="613507"/>
            <a:ext cx="664422" cy="662874"/>
            <a:chOff x="2105799" y="20055838"/>
            <a:chExt cx="6748090" cy="6732363"/>
          </a:xfrm>
          <a:solidFill>
            <a:schemeClr val="accent1">
              <a:alpha val="80000"/>
            </a:schemeClr>
          </a:solidFill>
        </p:grpSpPr>
        <p:sp>
          <p:nvSpPr>
            <p:cNvPr id="152" name="Freeform 8">
              <a:extLst>
                <a:ext uri="{FF2B5EF4-FFF2-40B4-BE49-F238E27FC236}">
                  <a16:creationId xmlns:a16="http://schemas.microsoft.com/office/drawing/2014/main" id="{CE509FB2-EF54-4D15-964E-BAE3FD9A6BFA}"/>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3" name="Freeform 42">
              <a:extLst>
                <a:ext uri="{FF2B5EF4-FFF2-40B4-BE49-F238E27FC236}">
                  <a16:creationId xmlns:a16="http://schemas.microsoft.com/office/drawing/2014/main" id="{B6C8DC3B-EE8C-45F4-A99E-60D92CFF9B3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4" name="Freeform 43">
              <a:extLst>
                <a:ext uri="{FF2B5EF4-FFF2-40B4-BE49-F238E27FC236}">
                  <a16:creationId xmlns:a16="http://schemas.microsoft.com/office/drawing/2014/main" id="{650C3229-0411-4A34-96B6-2C91F8F76571}"/>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5" name="Freeform 44">
              <a:extLst>
                <a:ext uri="{FF2B5EF4-FFF2-40B4-BE49-F238E27FC236}">
                  <a16:creationId xmlns:a16="http://schemas.microsoft.com/office/drawing/2014/main" id="{223A77F5-8164-45E2-A8A5-337C1C7D6D45}"/>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6" name="Freeform 45">
              <a:extLst>
                <a:ext uri="{FF2B5EF4-FFF2-40B4-BE49-F238E27FC236}">
                  <a16:creationId xmlns:a16="http://schemas.microsoft.com/office/drawing/2014/main" id="{60FC465B-2605-409D-B52E-3D0CB8A1D6F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7" name="Freeform 46">
              <a:extLst>
                <a:ext uri="{FF2B5EF4-FFF2-40B4-BE49-F238E27FC236}">
                  <a16:creationId xmlns:a16="http://schemas.microsoft.com/office/drawing/2014/main" id="{70666028-30B0-4A46-86FB-A42432CCF205}"/>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8" name="Freeform 47">
              <a:extLst>
                <a:ext uri="{FF2B5EF4-FFF2-40B4-BE49-F238E27FC236}">
                  <a16:creationId xmlns:a16="http://schemas.microsoft.com/office/drawing/2014/main" id="{66285623-1ECC-4019-998B-0FFEC53E1FEB}"/>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9" name="Freeform 48">
              <a:extLst>
                <a:ext uri="{FF2B5EF4-FFF2-40B4-BE49-F238E27FC236}">
                  <a16:creationId xmlns:a16="http://schemas.microsoft.com/office/drawing/2014/main" id="{DE28096A-EBC6-48DC-B28E-FDF15022B52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0" name="Freeform 49">
              <a:extLst>
                <a:ext uri="{FF2B5EF4-FFF2-40B4-BE49-F238E27FC236}">
                  <a16:creationId xmlns:a16="http://schemas.microsoft.com/office/drawing/2014/main" id="{C82365C2-71DD-4925-A67B-CAA854D300EE}"/>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1" name="Freeform 50">
              <a:extLst>
                <a:ext uri="{FF2B5EF4-FFF2-40B4-BE49-F238E27FC236}">
                  <a16:creationId xmlns:a16="http://schemas.microsoft.com/office/drawing/2014/main" id="{F69923CB-AB0E-4DAA-8CB4-05A540FC571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2" name="Freeform 51">
              <a:extLst>
                <a:ext uri="{FF2B5EF4-FFF2-40B4-BE49-F238E27FC236}">
                  <a16:creationId xmlns:a16="http://schemas.microsoft.com/office/drawing/2014/main" id="{0C9872BA-3C4D-4098-8153-AF0C234620B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3" name="Freeform 52">
              <a:extLst>
                <a:ext uri="{FF2B5EF4-FFF2-40B4-BE49-F238E27FC236}">
                  <a16:creationId xmlns:a16="http://schemas.microsoft.com/office/drawing/2014/main" id="{4137D422-E6EB-490E-9416-24F82972F9B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4" name="Freeform 53">
              <a:extLst>
                <a:ext uri="{FF2B5EF4-FFF2-40B4-BE49-F238E27FC236}">
                  <a16:creationId xmlns:a16="http://schemas.microsoft.com/office/drawing/2014/main" id="{BB0D0761-D478-4C17-815A-0A6AD74194EA}"/>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5" name="Freeform 54">
              <a:extLst>
                <a:ext uri="{FF2B5EF4-FFF2-40B4-BE49-F238E27FC236}">
                  <a16:creationId xmlns:a16="http://schemas.microsoft.com/office/drawing/2014/main" id="{4E5F6A7C-2998-4CCF-BF1E-D9077A8673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6" name="Freeform 55">
              <a:extLst>
                <a:ext uri="{FF2B5EF4-FFF2-40B4-BE49-F238E27FC236}">
                  <a16:creationId xmlns:a16="http://schemas.microsoft.com/office/drawing/2014/main" id="{B8C17893-2B8C-4402-9B0A-CFAC1EEC5BFE}"/>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7" name="Freeform 56">
              <a:extLst>
                <a:ext uri="{FF2B5EF4-FFF2-40B4-BE49-F238E27FC236}">
                  <a16:creationId xmlns:a16="http://schemas.microsoft.com/office/drawing/2014/main" id="{80A4A95E-1D12-4BFB-84A3-6E69192B6F66}"/>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8" name="Freeform 57">
              <a:extLst>
                <a:ext uri="{FF2B5EF4-FFF2-40B4-BE49-F238E27FC236}">
                  <a16:creationId xmlns:a16="http://schemas.microsoft.com/office/drawing/2014/main" id="{DE09AAE9-B869-4D14-9A6E-6B1E8F9D91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9" name="Freeform 58">
              <a:extLst>
                <a:ext uri="{FF2B5EF4-FFF2-40B4-BE49-F238E27FC236}">
                  <a16:creationId xmlns:a16="http://schemas.microsoft.com/office/drawing/2014/main" id="{DACFD2A8-35E2-4D17-A432-C4445B1DE43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0" name="Freeform 59">
              <a:extLst>
                <a:ext uri="{FF2B5EF4-FFF2-40B4-BE49-F238E27FC236}">
                  <a16:creationId xmlns:a16="http://schemas.microsoft.com/office/drawing/2014/main" id="{20394763-C255-444B-940F-5BE2CAE09593}"/>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1" name="Freeform 60">
              <a:extLst>
                <a:ext uri="{FF2B5EF4-FFF2-40B4-BE49-F238E27FC236}">
                  <a16:creationId xmlns:a16="http://schemas.microsoft.com/office/drawing/2014/main" id="{D5DB92F4-CCF4-48BD-8A77-44191933714C}"/>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2" name="Freeform 61">
              <a:extLst>
                <a:ext uri="{FF2B5EF4-FFF2-40B4-BE49-F238E27FC236}">
                  <a16:creationId xmlns:a16="http://schemas.microsoft.com/office/drawing/2014/main" id="{39B52CE4-6F33-4717-912A-6C0F2BA5318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3" name="Freeform 62">
              <a:extLst>
                <a:ext uri="{FF2B5EF4-FFF2-40B4-BE49-F238E27FC236}">
                  <a16:creationId xmlns:a16="http://schemas.microsoft.com/office/drawing/2014/main" id="{25F6B581-6C3D-4732-943C-D740A1C3671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4" name="Freeform 71">
              <a:extLst>
                <a:ext uri="{FF2B5EF4-FFF2-40B4-BE49-F238E27FC236}">
                  <a16:creationId xmlns:a16="http://schemas.microsoft.com/office/drawing/2014/main" id="{043007A9-32DC-46FF-96D2-A7D27193ED5E}"/>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sp>
        <p:nvSpPr>
          <p:cNvPr id="5" name="矩形 4">
            <a:extLst>
              <a:ext uri="{FF2B5EF4-FFF2-40B4-BE49-F238E27FC236}">
                <a16:creationId xmlns:a16="http://schemas.microsoft.com/office/drawing/2014/main" id="{3701D6A2-E0B4-4D59-BD49-A67266448E1E}"/>
              </a:ext>
            </a:extLst>
          </p:cNvPr>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F0502020204030204"/>
                <a:ea typeface="Microsoft YaHei"/>
                <a:cs typeface="+mn-ea"/>
              </a:rPr>
              <a:t>PART</a:t>
            </a:r>
            <a:endParaRPr kumimoji="0" lang="zh-CN" altLang="en-US" sz="4000" b="0" i="0" u="none" strike="noStrike" kern="1200" cap="none" spc="0" normalizeH="0" baseline="0" dirty="0">
              <a:ln>
                <a:noFill/>
              </a:ln>
              <a:solidFill>
                <a:prstClr val="white"/>
              </a:solidFill>
              <a:effectLst/>
              <a:uLnTx/>
              <a:uFillTx/>
              <a:latin typeface="Arial" panose="020F0502020204030204"/>
              <a:ea typeface="Microsoft YaHei"/>
              <a:cs typeface="+mn-ea"/>
            </a:endParaRPr>
          </a:p>
        </p:txBody>
      </p:sp>
    </p:spTree>
    <p:extLst>
      <p:ext uri="{BB962C8B-B14F-4D97-AF65-F5344CB8AC3E}">
        <p14:creationId xmlns:p14="http://schemas.microsoft.com/office/powerpoint/2010/main" val="1490678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63" name="椭圆 62">
            <a:extLst>
              <a:ext uri="{FF2B5EF4-FFF2-40B4-BE49-F238E27FC236}">
                <a16:creationId xmlns:a16="http://schemas.microsoft.com/office/drawing/2014/main" id="{F26480F6-566C-42F1-91D5-B755F6AB5120}"/>
              </a:ext>
            </a:extLst>
          </p:cNvPr>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64" name="组合 63">
            <a:extLst>
              <a:ext uri="{FF2B5EF4-FFF2-40B4-BE49-F238E27FC236}">
                <a16:creationId xmlns:a16="http://schemas.microsoft.com/office/drawing/2014/main" id="{17D64BBA-58A8-428F-887C-708E5659D46B}"/>
              </a:ext>
            </a:extLst>
          </p:cNvPr>
          <p:cNvGrpSpPr/>
          <p:nvPr/>
        </p:nvGrpSpPr>
        <p:grpSpPr>
          <a:xfrm>
            <a:off x="5317814" y="741574"/>
            <a:ext cx="1614432" cy="1610666"/>
            <a:chOff x="2105799" y="20055838"/>
            <a:chExt cx="6748090" cy="6732363"/>
          </a:xfrm>
          <a:solidFill>
            <a:schemeClr val="accent1"/>
          </a:solidFill>
        </p:grpSpPr>
        <p:sp>
          <p:nvSpPr>
            <p:cNvPr id="65" name="Freeform 8">
              <a:extLst>
                <a:ext uri="{FF2B5EF4-FFF2-40B4-BE49-F238E27FC236}">
                  <a16:creationId xmlns:a16="http://schemas.microsoft.com/office/drawing/2014/main" id="{BDD6A6EB-5C5E-45A6-BF3E-295FF9FE1D01}"/>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42">
              <a:extLst>
                <a:ext uri="{FF2B5EF4-FFF2-40B4-BE49-F238E27FC236}">
                  <a16:creationId xmlns:a16="http://schemas.microsoft.com/office/drawing/2014/main" id="{00087E73-C04B-4FF7-88CC-39D146CEE80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43">
              <a:extLst>
                <a:ext uri="{FF2B5EF4-FFF2-40B4-BE49-F238E27FC236}">
                  <a16:creationId xmlns:a16="http://schemas.microsoft.com/office/drawing/2014/main" id="{F6684CF1-760F-4F38-9B51-B2BE6F7F0E6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44">
              <a:extLst>
                <a:ext uri="{FF2B5EF4-FFF2-40B4-BE49-F238E27FC236}">
                  <a16:creationId xmlns:a16="http://schemas.microsoft.com/office/drawing/2014/main" id="{6C357B19-2185-4923-86AB-573939DB1CCB}"/>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45">
              <a:extLst>
                <a:ext uri="{FF2B5EF4-FFF2-40B4-BE49-F238E27FC236}">
                  <a16:creationId xmlns:a16="http://schemas.microsoft.com/office/drawing/2014/main" id="{745C8593-CAD2-4EAD-B82D-AA253F717155}"/>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29" name="Freeform 46">
              <a:extLst>
                <a:ext uri="{FF2B5EF4-FFF2-40B4-BE49-F238E27FC236}">
                  <a16:creationId xmlns:a16="http://schemas.microsoft.com/office/drawing/2014/main" id="{B384B41B-780D-42AB-A063-7052CC29D75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0" name="Freeform 47">
              <a:extLst>
                <a:ext uri="{FF2B5EF4-FFF2-40B4-BE49-F238E27FC236}">
                  <a16:creationId xmlns:a16="http://schemas.microsoft.com/office/drawing/2014/main" id="{62FE602F-E75B-4D93-9D94-F688FA6403DC}"/>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1" name="Freeform 48">
              <a:extLst>
                <a:ext uri="{FF2B5EF4-FFF2-40B4-BE49-F238E27FC236}">
                  <a16:creationId xmlns:a16="http://schemas.microsoft.com/office/drawing/2014/main" id="{B0340309-59C7-41A5-A975-6ED4FC69558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2" name="Freeform 49">
              <a:extLst>
                <a:ext uri="{FF2B5EF4-FFF2-40B4-BE49-F238E27FC236}">
                  <a16:creationId xmlns:a16="http://schemas.microsoft.com/office/drawing/2014/main" id="{2CF388E8-3611-4410-879E-C23BF15610B0}"/>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3" name="Freeform 50">
              <a:extLst>
                <a:ext uri="{FF2B5EF4-FFF2-40B4-BE49-F238E27FC236}">
                  <a16:creationId xmlns:a16="http://schemas.microsoft.com/office/drawing/2014/main" id="{A7E39C54-EAB6-4670-9911-865D0ABBAC33}"/>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4" name="Freeform 51">
              <a:extLst>
                <a:ext uri="{FF2B5EF4-FFF2-40B4-BE49-F238E27FC236}">
                  <a16:creationId xmlns:a16="http://schemas.microsoft.com/office/drawing/2014/main" id="{C328AEB8-604B-4FE9-95BF-7EA4E8ED5D3C}"/>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5" name="Freeform 52">
              <a:extLst>
                <a:ext uri="{FF2B5EF4-FFF2-40B4-BE49-F238E27FC236}">
                  <a16:creationId xmlns:a16="http://schemas.microsoft.com/office/drawing/2014/main" id="{81BC006C-BCD9-45CD-9774-051F478861B4}"/>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6" name="Freeform 53">
              <a:extLst>
                <a:ext uri="{FF2B5EF4-FFF2-40B4-BE49-F238E27FC236}">
                  <a16:creationId xmlns:a16="http://schemas.microsoft.com/office/drawing/2014/main" id="{086DBB45-39C4-44DE-AB86-92873FECAA8E}"/>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7" name="Freeform 54">
              <a:extLst>
                <a:ext uri="{FF2B5EF4-FFF2-40B4-BE49-F238E27FC236}">
                  <a16:creationId xmlns:a16="http://schemas.microsoft.com/office/drawing/2014/main" id="{09A277B2-A3BA-43A2-BA82-813C993033E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8" name="Freeform 55">
              <a:extLst>
                <a:ext uri="{FF2B5EF4-FFF2-40B4-BE49-F238E27FC236}">
                  <a16:creationId xmlns:a16="http://schemas.microsoft.com/office/drawing/2014/main" id="{3BBD2727-FD37-443A-B218-1F396F8598AF}"/>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9" name="Freeform 56">
              <a:extLst>
                <a:ext uri="{FF2B5EF4-FFF2-40B4-BE49-F238E27FC236}">
                  <a16:creationId xmlns:a16="http://schemas.microsoft.com/office/drawing/2014/main" id="{246B2677-07FC-46C4-AA93-81A6A49524E9}"/>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0" name="Freeform 57">
              <a:extLst>
                <a:ext uri="{FF2B5EF4-FFF2-40B4-BE49-F238E27FC236}">
                  <a16:creationId xmlns:a16="http://schemas.microsoft.com/office/drawing/2014/main" id="{3C345CC2-F3A1-4D57-A0B2-DBACACAF6DA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1" name="Freeform 58">
              <a:extLst>
                <a:ext uri="{FF2B5EF4-FFF2-40B4-BE49-F238E27FC236}">
                  <a16:creationId xmlns:a16="http://schemas.microsoft.com/office/drawing/2014/main" id="{8F6163AE-D7D4-48CF-8F56-27751A27AAE4}"/>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2" name="Freeform 59">
              <a:extLst>
                <a:ext uri="{FF2B5EF4-FFF2-40B4-BE49-F238E27FC236}">
                  <a16:creationId xmlns:a16="http://schemas.microsoft.com/office/drawing/2014/main" id="{DA1F4E85-B289-49FE-BD0A-6540821598DD}"/>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3" name="Freeform 60">
              <a:extLst>
                <a:ext uri="{FF2B5EF4-FFF2-40B4-BE49-F238E27FC236}">
                  <a16:creationId xmlns:a16="http://schemas.microsoft.com/office/drawing/2014/main" id="{DE778FDA-1390-418E-A32B-D860CAB1DDFA}"/>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4" name="Freeform 61">
              <a:extLst>
                <a:ext uri="{FF2B5EF4-FFF2-40B4-BE49-F238E27FC236}">
                  <a16:creationId xmlns:a16="http://schemas.microsoft.com/office/drawing/2014/main" id="{FCCA6383-EF4D-4BBE-B1B8-1964323BC8A8}"/>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5" name="Freeform 62">
              <a:extLst>
                <a:ext uri="{FF2B5EF4-FFF2-40B4-BE49-F238E27FC236}">
                  <a16:creationId xmlns:a16="http://schemas.microsoft.com/office/drawing/2014/main" id="{23CCBDCB-F7EF-4C6E-AFA9-224128705B98}"/>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6" name="Freeform 71">
              <a:extLst>
                <a:ext uri="{FF2B5EF4-FFF2-40B4-BE49-F238E27FC236}">
                  <a16:creationId xmlns:a16="http://schemas.microsoft.com/office/drawing/2014/main" id="{895D5DE4-D3E3-44FD-A936-3D4830CD2F66}"/>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grpSp>
      <p:sp>
        <p:nvSpPr>
          <p:cNvPr id="147" name="标题 1">
            <a:extLst>
              <a:ext uri="{FF2B5EF4-FFF2-40B4-BE49-F238E27FC236}">
                <a16:creationId xmlns:a16="http://schemas.microsoft.com/office/drawing/2014/main" id="{BD9599D0-9EF4-485D-9BF2-FE64B75665AD}"/>
              </a:ext>
            </a:extLst>
          </p:cNvPr>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F0502020204030204"/>
                <a:ea typeface="Microsoft YaHei"/>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zh-CN" altLang="en-US" dirty="0"/>
              <a:t>单击此处编辑结束语</a:t>
            </a:r>
          </a:p>
        </p:txBody>
      </p:sp>
      <p:sp>
        <p:nvSpPr>
          <p:cNvPr id="148" name="副标题 2">
            <a:extLst>
              <a:ext uri="{FF2B5EF4-FFF2-40B4-BE49-F238E27FC236}">
                <a16:creationId xmlns:a16="http://schemas.microsoft.com/office/drawing/2014/main" id="{780F498B-8C32-41D4-A1DA-41A6A68C0055}"/>
              </a:ext>
            </a:extLst>
          </p:cNvPr>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F0502020204030204"/>
                <a:ea typeface="Microsoft YaHei"/>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extLst>
      <p:ext uri="{BB962C8B-B14F-4D97-AF65-F5344CB8AC3E}">
        <p14:creationId xmlns:p14="http://schemas.microsoft.com/office/powerpoint/2010/main" val="339824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80547518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76478700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cxnSp>
        <p:nvCxnSpPr>
          <p:cNvPr id="71" name="直接连接符 70">
            <a:extLst>
              <a:ext uri="{FF2B5EF4-FFF2-40B4-BE49-F238E27FC236}">
                <a16:creationId xmlns:a16="http://schemas.microsoft.com/office/drawing/2014/main" id="{E65A605E-CDFB-48F0-9262-92E6FAB0F34F}"/>
              </a:ext>
            </a:extLst>
          </p:cNvPr>
          <p:cNvCxnSpPr>
            <a:cxnSpLocks/>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a:extLst>
              <a:ext uri="{FF2B5EF4-FFF2-40B4-BE49-F238E27FC236}">
                <a16:creationId xmlns:a16="http://schemas.microsoft.com/office/drawing/2014/main" id="{D1EB5750-0A9D-4CDA-8A3E-C75D4C68F34A}"/>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a:extLst>
              <a:ext uri="{FF2B5EF4-FFF2-40B4-BE49-F238E27FC236}">
                <a16:creationId xmlns:a16="http://schemas.microsoft.com/office/drawing/2014/main" id="{6D968944-E188-47DB-80CF-1FD6A7CF4922}"/>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250273013"/>
      </p:ext>
    </p:extLst>
  </p:cSld>
  <p:clrMapOvr>
    <a:masterClrMapping/>
  </p:clrMapOvr>
  <p:extLst>
    <p:ext uri="{DCECCB84-F9BA-43D5-87BE-67443E8EF086}">
      <p15:sldGuideLst xmlns:p15="http://schemas.microsoft.com/office/powerpoint/2012/main">
        <p15:guide id="4"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73F46A27-B045-491C-8492-DC2AE1277C86}"/>
              </a:ext>
            </a:extLst>
          </p:cNvPr>
          <p:cNvGrpSpPr/>
          <p:nvPr userDrawn="1"/>
        </p:nvGrpSpPr>
        <p:grpSpPr>
          <a:xfrm>
            <a:off x="528706" y="867990"/>
            <a:ext cx="2433027" cy="0"/>
            <a:chOff x="7460343" y="1311756"/>
            <a:chExt cx="2433027" cy="0"/>
          </a:xfrm>
        </p:grpSpPr>
        <p:cxnSp>
          <p:nvCxnSpPr>
            <p:cNvPr id="64" name="直接连接符 63">
              <a:extLst>
                <a:ext uri="{FF2B5EF4-FFF2-40B4-BE49-F238E27FC236}">
                  <a16:creationId xmlns:a16="http://schemas.microsoft.com/office/drawing/2014/main" id="{B77B3D24-6FB9-41AF-8DFD-6DE7FAB86A89}"/>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sp>
        <p:nvSpPr>
          <p:cNvPr id="125" name="标题 1">
            <a:extLst>
              <a:ext uri="{FF2B5EF4-FFF2-40B4-BE49-F238E27FC236}">
                <a16:creationId xmlns:a16="http://schemas.microsoft.com/office/drawing/2014/main" id="{97EAA164-D07E-4BD8-8F25-2F9AABA01D6D}"/>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a:extLst>
              <a:ext uri="{FF2B5EF4-FFF2-40B4-BE49-F238E27FC236}">
                <a16:creationId xmlns:a16="http://schemas.microsoft.com/office/drawing/2014/main" id="{A21D5F5E-4FB0-402A-AEA9-76C1EEB139D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343342305"/>
      </p:ext>
    </p:extLst>
  </p:cSld>
  <p:clrMapOvr>
    <a:masterClrMapping/>
  </p:clrMapOvr>
  <p:extLst>
    <p:ext uri="{DCECCB84-F9BA-43D5-87BE-67443E8EF086}">
      <p15:sldGuideLst xmlns:p15="http://schemas.microsoft.com/office/powerpoint/2012/main">
        <p15:guide id="2" orient="horz" userDrawn="1">
          <p15:clr>
            <a:srgbClr val="FBAE40"/>
          </p15:clr>
        </p15:guide>
        <p15:guide id="4"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57" name="灯片编号占位符 8">
            <a:extLst>
              <a:ext uri="{FF2B5EF4-FFF2-40B4-BE49-F238E27FC236}">
                <a16:creationId xmlns:a16="http://schemas.microsoft.com/office/drawing/2014/main" id="{EA30CFCD-47F5-4BDB-9235-4899110ACBB2}"/>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Tree>
    <p:extLst>
      <p:ext uri="{BB962C8B-B14F-4D97-AF65-F5344CB8AC3E}">
        <p14:creationId xmlns:p14="http://schemas.microsoft.com/office/powerpoint/2010/main" val="656950449"/>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77003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7467291-1F4D-4401-BBE0-17BCD8258297}"/>
              </a:ext>
            </a:extLst>
          </p:cNvPr>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32039128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6EEF3A2-ACC0-4E28-9306-12EF02038760}"/>
              </a:ext>
            </a:extLst>
          </p:cNvPr>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extLst>
      <p:ext uri="{BB962C8B-B14F-4D97-AF65-F5344CB8AC3E}">
        <p14:creationId xmlns:p14="http://schemas.microsoft.com/office/powerpoint/2010/main" val="229741471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a:extLst>
              <a:ext uri="{FF2B5EF4-FFF2-40B4-BE49-F238E27FC236}">
                <a16:creationId xmlns:a16="http://schemas.microsoft.com/office/drawing/2014/main" id="{712652DD-B310-4939-8011-D71B950A1B21}"/>
              </a:ext>
            </a:extLst>
          </p:cNvPr>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extLst>
      <p:ext uri="{BB962C8B-B14F-4D97-AF65-F5344CB8AC3E}">
        <p14:creationId xmlns:p14="http://schemas.microsoft.com/office/powerpoint/2010/main" val="4077410927"/>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32218AD9-0802-4E94-A545-7752B3A5C829}"/>
              </a:ext>
            </a:extLst>
          </p:cNvPr>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extLst>
      <p:ext uri="{BB962C8B-B14F-4D97-AF65-F5344CB8AC3E}">
        <p14:creationId xmlns:p14="http://schemas.microsoft.com/office/powerpoint/2010/main" val="127107317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931C1FA-5FE8-40DF-AC6E-9B6B0E4CC26F}"/>
              </a:ext>
            </a:extLst>
          </p:cNvPr>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a:extLst>
              <a:ext uri="{FF2B5EF4-FFF2-40B4-BE49-F238E27FC236}">
                <a16:creationId xmlns:a16="http://schemas.microsoft.com/office/drawing/2014/main" id="{C7AF3ED8-1DE9-44A2-B853-FD2803EEAA0D}"/>
              </a:ext>
            </a:extLst>
          </p:cNvPr>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a:extLst>
              <a:ext uri="{FF2B5EF4-FFF2-40B4-BE49-F238E27FC236}">
                <a16:creationId xmlns:a16="http://schemas.microsoft.com/office/drawing/2014/main" id="{DB0BFE19-92E2-432D-9E06-36F2A8747397}"/>
              </a:ext>
            </a:extLst>
          </p:cNvPr>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a:extLst>
              <a:ext uri="{FF2B5EF4-FFF2-40B4-BE49-F238E27FC236}">
                <a16:creationId xmlns:a16="http://schemas.microsoft.com/office/drawing/2014/main" id="{F6FF85A4-C3A0-4D0C-92AF-6F4762E6DED8}"/>
              </a:ext>
            </a:extLst>
          </p:cNvPr>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extLst>
      <p:ext uri="{BB962C8B-B14F-4D97-AF65-F5344CB8AC3E}">
        <p14:creationId xmlns:p14="http://schemas.microsoft.com/office/powerpoint/2010/main" val="168377699"/>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2" name="图片占位符 1">
            <a:extLst>
              <a:ext uri="{FF2B5EF4-FFF2-40B4-BE49-F238E27FC236}">
                <a16:creationId xmlns:a16="http://schemas.microsoft.com/office/drawing/2014/main" id="{24439797-4BE0-4F81-A8CC-64A6D9187FF8}"/>
              </a:ext>
            </a:extLst>
          </p:cNvPr>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17635334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E936D758-58FF-4E8C-86BD-EB1FD279A69D}"/>
              </a:ext>
            </a:extLst>
          </p:cNvPr>
          <p:cNvSpPr>
            <a:spLocks noGrp="1"/>
          </p:cNvSpPr>
          <p:nvPr>
            <p:ph type="pic" idx="10"/>
          </p:nvPr>
        </p:nvSpPr>
        <p:spPr>
          <a:xfrm>
            <a:off x="2546350" y="1186670"/>
            <a:ext cx="6170930" cy="2242330"/>
          </a:xfrm>
        </p:spPr>
        <p:txBody>
          <a:bodyPr/>
          <a:lstStyle/>
          <a:p>
            <a:endParaRPr lang="zh-CN" altLang="en-US"/>
          </a:p>
        </p:txBody>
      </p:sp>
      <p:sp>
        <p:nvSpPr>
          <p:cNvPr id="3" name="图片占位符 2">
            <a:extLst>
              <a:ext uri="{FF2B5EF4-FFF2-40B4-BE49-F238E27FC236}">
                <a16:creationId xmlns:a16="http://schemas.microsoft.com/office/drawing/2014/main" id="{E5320648-7829-4F87-AE28-FE15F9A53BCF}"/>
              </a:ext>
            </a:extLst>
          </p:cNvPr>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a:extLst>
              <a:ext uri="{FF2B5EF4-FFF2-40B4-BE49-F238E27FC236}">
                <a16:creationId xmlns:a16="http://schemas.microsoft.com/office/drawing/2014/main" id="{A979AC8D-DFBA-44CD-BCB5-C9CCA905B1FD}"/>
              </a:ext>
            </a:extLst>
          </p:cNvPr>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a:extLst>
              <a:ext uri="{FF2B5EF4-FFF2-40B4-BE49-F238E27FC236}">
                <a16:creationId xmlns:a16="http://schemas.microsoft.com/office/drawing/2014/main" id="{B9DFBE81-F4AD-4D53-B8CE-49E335DF6821}"/>
              </a:ext>
            </a:extLst>
          </p:cNvPr>
          <p:cNvSpPr>
            <a:spLocks noGrp="1"/>
          </p:cNvSpPr>
          <p:nvPr>
            <p:ph type="pic" sz="quarter" idx="13"/>
          </p:nvPr>
        </p:nvSpPr>
        <p:spPr>
          <a:xfrm>
            <a:off x="8839200" y="1186670"/>
            <a:ext cx="2499360" cy="4767090"/>
          </a:xfrm>
          <a:prstGeom prst="rect">
            <a:avLst/>
          </a:prstGeom>
        </p:spPr>
        <p:txBody>
          <a:bodyPr/>
          <a:lstStyle/>
          <a:p>
            <a:endParaRPr lang="zh-CN" altLang="en-US"/>
          </a:p>
        </p:txBody>
      </p:sp>
    </p:spTree>
    <p:extLst>
      <p:ext uri="{BB962C8B-B14F-4D97-AF65-F5344CB8AC3E}">
        <p14:creationId xmlns:p14="http://schemas.microsoft.com/office/powerpoint/2010/main" val="1056957791"/>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35FCF2F-C01A-4F00-99E1-57D953605B1F}"/>
              </a:ext>
            </a:extLst>
          </p:cNvPr>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extLst>
      <p:ext uri="{BB962C8B-B14F-4D97-AF65-F5344CB8AC3E}">
        <p14:creationId xmlns:p14="http://schemas.microsoft.com/office/powerpoint/2010/main" val="2896438906"/>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06296C0-E8A8-4ABD-980C-DC99A7F42D7F}"/>
              </a:ext>
            </a:extLst>
          </p:cNvPr>
          <p:cNvPicPr>
            <a:picLocks noChangeAspect="1"/>
          </p:cNvPicPr>
          <p:nvPr userDrawn="1"/>
        </p:nvPicPr>
        <p:blipFill>
          <a:blip r:embed="rId2"/>
          <a:stretch>
            <a:fillRect/>
          </a:stretch>
        </p:blipFill>
        <p:spPr>
          <a:xfrm>
            <a:off x="0" y="0"/>
            <a:ext cx="12192000" cy="3357217"/>
          </a:xfrm>
          <a:prstGeom prst="rect">
            <a:avLst/>
          </a:prstGeom>
        </p:spPr>
      </p:pic>
      <p:sp>
        <p:nvSpPr>
          <p:cNvPr id="4" name="矩形 3">
            <a:extLst>
              <a:ext uri="{FF2B5EF4-FFF2-40B4-BE49-F238E27FC236}">
                <a16:creationId xmlns:a16="http://schemas.microsoft.com/office/drawing/2014/main" id="{4BC187F1-42E5-4383-AC3D-83B120CDE410}"/>
              </a:ext>
            </a:extLst>
          </p:cNvPr>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7087F57-B8B2-4F52-943A-08BE08AC8C9F}"/>
              </a:ext>
            </a:extLst>
          </p:cNvPr>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ACAC108B-5150-431E-B389-3B1F46A2B67E}"/>
              </a:ext>
            </a:extLst>
          </p:cNvPr>
          <p:cNvGrpSpPr/>
          <p:nvPr userDrawn="1"/>
        </p:nvGrpSpPr>
        <p:grpSpPr>
          <a:xfrm>
            <a:off x="5410200" y="2670375"/>
            <a:ext cx="1371600" cy="1368402"/>
            <a:chOff x="2105799" y="20055838"/>
            <a:chExt cx="6748090" cy="6732363"/>
          </a:xfrm>
          <a:solidFill>
            <a:srgbClr val="8B0012">
              <a:alpha val="80000"/>
            </a:srgbClr>
          </a:solidFill>
        </p:grpSpPr>
        <p:sp>
          <p:nvSpPr>
            <p:cNvPr id="7" name="Freeform 8">
              <a:extLst>
                <a:ext uri="{FF2B5EF4-FFF2-40B4-BE49-F238E27FC236}">
                  <a16:creationId xmlns:a16="http://schemas.microsoft.com/office/drawing/2014/main" id="{A4BB1E0C-3B71-494C-90A5-5E83B05763C4}"/>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8" name="Freeform 42">
              <a:extLst>
                <a:ext uri="{FF2B5EF4-FFF2-40B4-BE49-F238E27FC236}">
                  <a16:creationId xmlns:a16="http://schemas.microsoft.com/office/drawing/2014/main" id="{9C922C0C-6676-4220-A57A-6A60B760EC5E}"/>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9" name="Freeform 43">
              <a:extLst>
                <a:ext uri="{FF2B5EF4-FFF2-40B4-BE49-F238E27FC236}">
                  <a16:creationId xmlns:a16="http://schemas.microsoft.com/office/drawing/2014/main" id="{13B11B68-25F0-45BA-8167-7E67FD4D1E0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0" name="Freeform 44">
              <a:extLst>
                <a:ext uri="{FF2B5EF4-FFF2-40B4-BE49-F238E27FC236}">
                  <a16:creationId xmlns:a16="http://schemas.microsoft.com/office/drawing/2014/main" id="{3AA3C9BE-308B-42E0-B388-8B9594616391}"/>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1" name="Freeform 45">
              <a:extLst>
                <a:ext uri="{FF2B5EF4-FFF2-40B4-BE49-F238E27FC236}">
                  <a16:creationId xmlns:a16="http://schemas.microsoft.com/office/drawing/2014/main" id="{2270AF1B-A34B-4183-AA58-499F7FC92BEA}"/>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2" name="Freeform 46">
              <a:extLst>
                <a:ext uri="{FF2B5EF4-FFF2-40B4-BE49-F238E27FC236}">
                  <a16:creationId xmlns:a16="http://schemas.microsoft.com/office/drawing/2014/main" id="{1648A05A-8C9B-4DCB-ADF5-C0E9CA804EF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3" name="Freeform 47">
              <a:extLst>
                <a:ext uri="{FF2B5EF4-FFF2-40B4-BE49-F238E27FC236}">
                  <a16:creationId xmlns:a16="http://schemas.microsoft.com/office/drawing/2014/main" id="{780F1822-408A-4D9E-A7BB-5649D8459E2F}"/>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4" name="Freeform 48">
              <a:extLst>
                <a:ext uri="{FF2B5EF4-FFF2-40B4-BE49-F238E27FC236}">
                  <a16:creationId xmlns:a16="http://schemas.microsoft.com/office/drawing/2014/main" id="{D7B27305-F882-49EB-B5D1-DAD265B8F59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5" name="Freeform 49">
              <a:extLst>
                <a:ext uri="{FF2B5EF4-FFF2-40B4-BE49-F238E27FC236}">
                  <a16:creationId xmlns:a16="http://schemas.microsoft.com/office/drawing/2014/main" id="{1C88A9B0-6500-44EB-B523-6AB8CF2E5B58}"/>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6" name="Freeform 50">
              <a:extLst>
                <a:ext uri="{FF2B5EF4-FFF2-40B4-BE49-F238E27FC236}">
                  <a16:creationId xmlns:a16="http://schemas.microsoft.com/office/drawing/2014/main" id="{02B0BE86-EC4F-4A7E-B284-3AA3AEE5F3B5}"/>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7" name="Freeform 51">
              <a:extLst>
                <a:ext uri="{FF2B5EF4-FFF2-40B4-BE49-F238E27FC236}">
                  <a16:creationId xmlns:a16="http://schemas.microsoft.com/office/drawing/2014/main" id="{D646E307-5A0C-4184-9829-2D12C5F1D732}"/>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8" name="Freeform 52">
              <a:extLst>
                <a:ext uri="{FF2B5EF4-FFF2-40B4-BE49-F238E27FC236}">
                  <a16:creationId xmlns:a16="http://schemas.microsoft.com/office/drawing/2014/main" id="{1213DF27-0675-40E1-AF04-500FEC47309C}"/>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9" name="Freeform 53">
              <a:extLst>
                <a:ext uri="{FF2B5EF4-FFF2-40B4-BE49-F238E27FC236}">
                  <a16:creationId xmlns:a16="http://schemas.microsoft.com/office/drawing/2014/main" id="{78B921DD-11CC-425E-A465-F4034A5A080D}"/>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0" name="Freeform 54">
              <a:extLst>
                <a:ext uri="{FF2B5EF4-FFF2-40B4-BE49-F238E27FC236}">
                  <a16:creationId xmlns:a16="http://schemas.microsoft.com/office/drawing/2014/main" id="{E251C559-AD0A-4238-9C00-053CFAFCF5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1" name="Freeform 55">
              <a:extLst>
                <a:ext uri="{FF2B5EF4-FFF2-40B4-BE49-F238E27FC236}">
                  <a16:creationId xmlns:a16="http://schemas.microsoft.com/office/drawing/2014/main" id="{22DC21C7-7AEE-4789-B295-78B5A39F5F12}"/>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2" name="Freeform 56">
              <a:extLst>
                <a:ext uri="{FF2B5EF4-FFF2-40B4-BE49-F238E27FC236}">
                  <a16:creationId xmlns:a16="http://schemas.microsoft.com/office/drawing/2014/main" id="{2089A1EF-769C-4B32-ACB7-0843ADFE09A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3" name="Freeform 57">
              <a:extLst>
                <a:ext uri="{FF2B5EF4-FFF2-40B4-BE49-F238E27FC236}">
                  <a16:creationId xmlns:a16="http://schemas.microsoft.com/office/drawing/2014/main" id="{89065D5C-2F82-4B9C-9DCF-556527D2755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4" name="Freeform 58">
              <a:extLst>
                <a:ext uri="{FF2B5EF4-FFF2-40B4-BE49-F238E27FC236}">
                  <a16:creationId xmlns:a16="http://schemas.microsoft.com/office/drawing/2014/main" id="{63D30659-2737-4732-A71C-025BE4A9E86B}"/>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5" name="Freeform 59">
              <a:extLst>
                <a:ext uri="{FF2B5EF4-FFF2-40B4-BE49-F238E27FC236}">
                  <a16:creationId xmlns:a16="http://schemas.microsoft.com/office/drawing/2014/main" id="{26925B20-892F-495B-ACDF-9EC468A2C7C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6" name="Freeform 60">
              <a:extLst>
                <a:ext uri="{FF2B5EF4-FFF2-40B4-BE49-F238E27FC236}">
                  <a16:creationId xmlns:a16="http://schemas.microsoft.com/office/drawing/2014/main" id="{F4DFD42E-FD06-4DD4-BD5D-E8024A4948AB}"/>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7" name="Freeform 61">
              <a:extLst>
                <a:ext uri="{FF2B5EF4-FFF2-40B4-BE49-F238E27FC236}">
                  <a16:creationId xmlns:a16="http://schemas.microsoft.com/office/drawing/2014/main" id="{AFA1A6B6-4731-43D9-A6A3-8AFB9A5AE684}"/>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8" name="Freeform 62">
              <a:extLst>
                <a:ext uri="{FF2B5EF4-FFF2-40B4-BE49-F238E27FC236}">
                  <a16:creationId xmlns:a16="http://schemas.microsoft.com/office/drawing/2014/main" id="{7C89F33A-1343-45E8-91E5-F27A8457EA0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9" name="Freeform 71">
              <a:extLst>
                <a:ext uri="{FF2B5EF4-FFF2-40B4-BE49-F238E27FC236}">
                  <a16:creationId xmlns:a16="http://schemas.microsoft.com/office/drawing/2014/main" id="{592EB9D1-7BB9-4D0B-9C6E-355FA946B6E7}"/>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grpSp>
      <p:sp>
        <p:nvSpPr>
          <p:cNvPr id="36" name="文本占位符 35">
            <a:extLst>
              <a:ext uri="{FF2B5EF4-FFF2-40B4-BE49-F238E27FC236}">
                <a16:creationId xmlns:a16="http://schemas.microsoft.com/office/drawing/2014/main" id="{99EF31F4-C1DD-413E-8350-2A8F905B444F}"/>
              </a:ext>
            </a:extLst>
          </p:cNvPr>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模板</a:t>
            </a:r>
          </a:p>
        </p:txBody>
      </p:sp>
      <p:sp>
        <p:nvSpPr>
          <p:cNvPr id="41" name="文本占位符 37">
            <a:extLst>
              <a:ext uri="{FF2B5EF4-FFF2-40B4-BE49-F238E27FC236}">
                <a16:creationId xmlns:a16="http://schemas.microsoft.com/office/drawing/2014/main" id="{D6220974-BA97-4239-8B37-C87F7F2D4871}"/>
              </a:ext>
            </a:extLst>
          </p:cNvPr>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a:extLst>
              <a:ext uri="{FF2B5EF4-FFF2-40B4-BE49-F238E27FC236}">
                <a16:creationId xmlns:a16="http://schemas.microsoft.com/office/drawing/2014/main" id="{1E1C9D50-4952-418A-9BEE-D99198F6E380}"/>
              </a:ext>
            </a:extLst>
          </p:cNvPr>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a:extLst>
              <a:ext uri="{FF2B5EF4-FFF2-40B4-BE49-F238E27FC236}">
                <a16:creationId xmlns:a16="http://schemas.microsoft.com/office/drawing/2014/main" id="{62842471-F840-45CA-8087-A1D9DF3CA908}"/>
              </a:ext>
            </a:extLst>
          </p:cNvPr>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extLst>
      <p:ext uri="{BB962C8B-B14F-4D97-AF65-F5344CB8AC3E}">
        <p14:creationId xmlns:p14="http://schemas.microsoft.com/office/powerpoint/2010/main" val="10787271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a:extLst>
              <a:ext uri="{FF2B5EF4-FFF2-40B4-BE49-F238E27FC236}">
                <a16:creationId xmlns:a16="http://schemas.microsoft.com/office/drawing/2014/main" id="{4D6291A7-7416-4ABD-BDD5-1A52FB976A6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a:extLst>
              <a:ext uri="{FF2B5EF4-FFF2-40B4-BE49-F238E27FC236}">
                <a16:creationId xmlns:a16="http://schemas.microsoft.com/office/drawing/2014/main" id="{22F2AF65-774C-46B4-8BD3-F9EC13500DE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5" name="文本占位符 40">
            <a:extLst>
              <a:ext uri="{FF2B5EF4-FFF2-40B4-BE49-F238E27FC236}">
                <a16:creationId xmlns:a16="http://schemas.microsoft.com/office/drawing/2014/main" id="{E092B345-4879-4708-91A6-4E07DC6C11C0}"/>
              </a:ext>
            </a:extLst>
          </p:cNvPr>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6" name="文本占位符 40">
            <a:extLst>
              <a:ext uri="{FF2B5EF4-FFF2-40B4-BE49-F238E27FC236}">
                <a16:creationId xmlns:a16="http://schemas.microsoft.com/office/drawing/2014/main" id="{03810C05-3860-4CF4-B2C4-7B90D45455E3}"/>
              </a:ext>
            </a:extLst>
          </p:cNvPr>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7" name="文本占位符 40">
            <a:extLst>
              <a:ext uri="{FF2B5EF4-FFF2-40B4-BE49-F238E27FC236}">
                <a16:creationId xmlns:a16="http://schemas.microsoft.com/office/drawing/2014/main" id="{0A0C6CFA-9C78-45B1-B085-C2C99900D665}"/>
              </a:ext>
            </a:extLst>
          </p:cNvPr>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9" name="文本占位符 40">
            <a:extLst>
              <a:ext uri="{FF2B5EF4-FFF2-40B4-BE49-F238E27FC236}">
                <a16:creationId xmlns:a16="http://schemas.microsoft.com/office/drawing/2014/main" id="{6FA729E4-5DE0-4287-AF67-5FB2109F1BB2}"/>
              </a:ext>
            </a:extLst>
          </p:cNvPr>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50" name="文本框 49">
            <a:extLst>
              <a:ext uri="{FF2B5EF4-FFF2-40B4-BE49-F238E27FC236}">
                <a16:creationId xmlns:a16="http://schemas.microsoft.com/office/drawing/2014/main" id="{56A38F7D-163D-40CF-868C-B65E57289CD7}"/>
              </a:ext>
            </a:extLst>
          </p:cNvPr>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a:extLst>
              <a:ext uri="{FF2B5EF4-FFF2-40B4-BE49-F238E27FC236}">
                <a16:creationId xmlns:a16="http://schemas.microsoft.com/office/drawing/2014/main" id="{CDED66E5-4D15-407E-B9E9-A0489B585942}"/>
              </a:ext>
            </a:extLst>
          </p:cNvPr>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a:extLst>
              <a:ext uri="{FF2B5EF4-FFF2-40B4-BE49-F238E27FC236}">
                <a16:creationId xmlns:a16="http://schemas.microsoft.com/office/drawing/2014/main" id="{507C5DA2-D768-4F0B-A91A-C33F1FD9102B}"/>
              </a:ext>
            </a:extLst>
          </p:cNvPr>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a:extLst>
              <a:ext uri="{FF2B5EF4-FFF2-40B4-BE49-F238E27FC236}">
                <a16:creationId xmlns:a16="http://schemas.microsoft.com/office/drawing/2014/main" id="{A511A62B-B193-4739-A793-D7002B471A43}"/>
              </a:ext>
            </a:extLst>
          </p:cNvPr>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pic>
        <p:nvPicPr>
          <p:cNvPr id="40" name="图片 39">
            <a:extLst>
              <a:ext uri="{FF2B5EF4-FFF2-40B4-BE49-F238E27FC236}">
                <a16:creationId xmlns:a16="http://schemas.microsoft.com/office/drawing/2014/main" id="{BFB330B7-F85D-4C52-9E61-8FD875DF0D65}"/>
              </a:ext>
            </a:extLst>
          </p:cNvPr>
          <p:cNvPicPr>
            <a:picLocks noChangeAspect="1"/>
          </p:cNvPicPr>
          <p:nvPr userDrawn="1"/>
        </p:nvPicPr>
        <p:blipFill rotWithShape="1">
          <a:blip r:embed="rId4"/>
          <a:srcRect l="33473" t="11874" r="33684" b="41629"/>
          <a:stretch/>
        </p:blipFill>
        <p:spPr>
          <a:xfrm>
            <a:off x="2406697" y="3104032"/>
            <a:ext cx="1944310" cy="2064443"/>
          </a:xfrm>
          <a:prstGeom prst="rect">
            <a:avLst/>
          </a:prstGeom>
        </p:spPr>
      </p:pic>
    </p:spTree>
    <p:extLst>
      <p:ext uri="{BB962C8B-B14F-4D97-AF65-F5344CB8AC3E}">
        <p14:creationId xmlns:p14="http://schemas.microsoft.com/office/powerpoint/2010/main" val="32556573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71" name="矩形 70">
            <a:extLst>
              <a:ext uri="{FF2B5EF4-FFF2-40B4-BE49-F238E27FC236}">
                <a16:creationId xmlns:a16="http://schemas.microsoft.com/office/drawing/2014/main" id="{1DEB25A3-6BFF-4215-894B-71D6E2DD833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pic>
        <p:nvPicPr>
          <p:cNvPr id="72" name="图片 71">
            <a:extLst>
              <a:ext uri="{FF2B5EF4-FFF2-40B4-BE49-F238E27FC236}">
                <a16:creationId xmlns:a16="http://schemas.microsoft.com/office/drawing/2014/main" id="{4FB2EA2B-DCEA-415D-9501-E00D074A5E62}"/>
              </a:ext>
            </a:extLst>
          </p:cNvPr>
          <p:cNvPicPr>
            <a:picLocks noChangeAspect="1"/>
          </p:cNvPicPr>
          <p:nvPr userDrawn="1"/>
        </p:nvPicPr>
        <p:blipFill rotWithShape="1">
          <a:blip r:embed="rId4"/>
          <a:srcRect l="33473" t="11874" r="33684" b="41629"/>
          <a:stretch/>
        </p:blipFill>
        <p:spPr>
          <a:xfrm>
            <a:off x="2406697" y="3104032"/>
            <a:ext cx="1944310" cy="2064443"/>
          </a:xfrm>
          <a:prstGeom prst="rect">
            <a:avLst/>
          </a:prstGeom>
        </p:spPr>
      </p:pic>
    </p:spTree>
    <p:extLst>
      <p:ext uri="{BB962C8B-B14F-4D97-AF65-F5344CB8AC3E}">
        <p14:creationId xmlns:p14="http://schemas.microsoft.com/office/powerpoint/2010/main" val="7612308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a:extLst>
              <a:ext uri="{FF2B5EF4-FFF2-40B4-BE49-F238E27FC236}">
                <a16:creationId xmlns:a16="http://schemas.microsoft.com/office/drawing/2014/main" id="{9641EC2A-644C-47E6-9137-85F1FC0E3567}"/>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a:extLst>
              <a:ext uri="{FF2B5EF4-FFF2-40B4-BE49-F238E27FC236}">
                <a16:creationId xmlns:a16="http://schemas.microsoft.com/office/drawing/2014/main" id="{DE6C1D1C-BBCF-4A55-BE60-5C9BEA569916}"/>
              </a:ext>
            </a:extLst>
          </p:cNvPr>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8" name="文本框 47">
            <a:extLst>
              <a:ext uri="{FF2B5EF4-FFF2-40B4-BE49-F238E27FC236}">
                <a16:creationId xmlns:a16="http://schemas.microsoft.com/office/drawing/2014/main" id="{9D06A1A9-0BD9-48A8-B6A6-2404F9BF51E0}"/>
              </a:ext>
            </a:extLst>
          </p:cNvPr>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pic>
        <p:nvPicPr>
          <p:cNvPr id="50" name="图片 49">
            <a:extLst>
              <a:ext uri="{FF2B5EF4-FFF2-40B4-BE49-F238E27FC236}">
                <a16:creationId xmlns:a16="http://schemas.microsoft.com/office/drawing/2014/main" id="{AB16AC34-E7E4-46E3-8B03-EF1B499AFA59}"/>
              </a:ext>
            </a:extLst>
          </p:cNvPr>
          <p:cNvPicPr>
            <a:picLocks noChangeAspect="1"/>
          </p:cNvPicPr>
          <p:nvPr userDrawn="1"/>
        </p:nvPicPr>
        <p:blipFill rotWithShape="1">
          <a:blip r:embed="rId4"/>
          <a:srcRect l="33473" t="11874" r="33684" b="41629"/>
          <a:stretch/>
        </p:blipFill>
        <p:spPr>
          <a:xfrm>
            <a:off x="2406697" y="3104032"/>
            <a:ext cx="1944310" cy="2064443"/>
          </a:xfrm>
          <a:prstGeom prst="rect">
            <a:avLst/>
          </a:prstGeom>
        </p:spPr>
      </p:pic>
    </p:spTree>
    <p:extLst>
      <p:ext uri="{BB962C8B-B14F-4D97-AF65-F5344CB8AC3E}">
        <p14:creationId xmlns:p14="http://schemas.microsoft.com/office/powerpoint/2010/main" val="2883891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cxnSp>
        <p:nvCxnSpPr>
          <p:cNvPr id="70" name="直接连接符 69">
            <a:extLst>
              <a:ext uri="{FF2B5EF4-FFF2-40B4-BE49-F238E27FC236}">
                <a16:creationId xmlns:a16="http://schemas.microsoft.com/office/drawing/2014/main" id="{52622493-1C1B-4EB2-862A-4E4822408AA0}"/>
              </a:ext>
            </a:extLst>
          </p:cNvPr>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a:extLst>
              <a:ext uri="{FF2B5EF4-FFF2-40B4-BE49-F238E27FC236}">
                <a16:creationId xmlns:a16="http://schemas.microsoft.com/office/drawing/2014/main" id="{8AA9FB39-26D8-421B-89F7-86CD2AE08CD8}"/>
              </a:ext>
            </a:extLst>
          </p:cNvPr>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XX</a:t>
            </a:r>
            <a:endParaRPr lang="zh-CN" altLang="en-US" dirty="0"/>
          </a:p>
        </p:txBody>
      </p:sp>
      <p:sp>
        <p:nvSpPr>
          <p:cNvPr id="127" name="文本占位符 3">
            <a:extLst>
              <a:ext uri="{FF2B5EF4-FFF2-40B4-BE49-F238E27FC236}">
                <a16:creationId xmlns:a16="http://schemas.microsoft.com/office/drawing/2014/main" id="{2233AA7D-0112-4B75-9284-9FC6FC0D1D63}"/>
              </a:ext>
            </a:extLst>
          </p:cNvPr>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输入标题文本</a:t>
            </a:r>
          </a:p>
        </p:txBody>
      </p:sp>
      <p:pic>
        <p:nvPicPr>
          <p:cNvPr id="128" name="图形 127">
            <a:extLst>
              <a:ext uri="{FF2B5EF4-FFF2-40B4-BE49-F238E27FC236}">
                <a16:creationId xmlns:a16="http://schemas.microsoft.com/office/drawing/2014/main" id="{B6E5D4A0-9D5F-45D9-899A-F03F9DFF71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a:extLst>
              <a:ext uri="{FF2B5EF4-FFF2-40B4-BE49-F238E27FC236}">
                <a16:creationId xmlns:a16="http://schemas.microsoft.com/office/drawing/2014/main" id="{2AC37DB6-BAC9-459C-B3EE-FDA00215A951}"/>
              </a:ext>
            </a:extLst>
          </p:cNvPr>
          <p:cNvGrpSpPr/>
          <p:nvPr userDrawn="1"/>
        </p:nvGrpSpPr>
        <p:grpSpPr>
          <a:xfrm>
            <a:off x="1654090" y="1145460"/>
            <a:ext cx="1477533" cy="108755"/>
            <a:chOff x="4616246" y="3878362"/>
            <a:chExt cx="5571416" cy="410087"/>
          </a:xfrm>
          <a:solidFill>
            <a:schemeClr val="tx1">
              <a:alpha val="80000"/>
            </a:schemeClr>
          </a:solidFill>
        </p:grpSpPr>
        <p:sp>
          <p:nvSpPr>
            <p:cNvPr id="63" name="Freeform 17">
              <a:extLst>
                <a:ext uri="{FF2B5EF4-FFF2-40B4-BE49-F238E27FC236}">
                  <a16:creationId xmlns:a16="http://schemas.microsoft.com/office/drawing/2014/main" id="{504FCFA3-39FB-4B2B-9BFB-25978CCCA565}"/>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4" name="Freeform 18">
              <a:extLst>
                <a:ext uri="{FF2B5EF4-FFF2-40B4-BE49-F238E27FC236}">
                  <a16:creationId xmlns:a16="http://schemas.microsoft.com/office/drawing/2014/main" id="{A3FBFB70-9C9F-4DFE-BA7E-B2EF8E855B3E}"/>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5" name="Freeform 19">
              <a:extLst>
                <a:ext uri="{FF2B5EF4-FFF2-40B4-BE49-F238E27FC236}">
                  <a16:creationId xmlns:a16="http://schemas.microsoft.com/office/drawing/2014/main" id="{598D91F9-4849-4702-91A4-5EC21EE1F3E2}"/>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7" name="Freeform 20">
              <a:extLst>
                <a:ext uri="{FF2B5EF4-FFF2-40B4-BE49-F238E27FC236}">
                  <a16:creationId xmlns:a16="http://schemas.microsoft.com/office/drawing/2014/main" id="{A3DEDF37-FABD-4768-B994-5CFB44ACF183}"/>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8" name="Freeform 21">
              <a:extLst>
                <a:ext uri="{FF2B5EF4-FFF2-40B4-BE49-F238E27FC236}">
                  <a16:creationId xmlns:a16="http://schemas.microsoft.com/office/drawing/2014/main" id="{9366BE37-2A45-4B1D-BCB3-68A2BC16F427}"/>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22">
              <a:extLst>
                <a:ext uri="{FF2B5EF4-FFF2-40B4-BE49-F238E27FC236}">
                  <a16:creationId xmlns:a16="http://schemas.microsoft.com/office/drawing/2014/main" id="{336BE8A3-3CE2-4FF2-84AE-C2A47F66283F}"/>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1" name="Freeform 23">
              <a:extLst>
                <a:ext uri="{FF2B5EF4-FFF2-40B4-BE49-F238E27FC236}">
                  <a16:creationId xmlns:a16="http://schemas.microsoft.com/office/drawing/2014/main" id="{88041DDA-AE33-4EF1-842D-F936013FB61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29" name="Freeform 25">
              <a:extLst>
                <a:ext uri="{FF2B5EF4-FFF2-40B4-BE49-F238E27FC236}">
                  <a16:creationId xmlns:a16="http://schemas.microsoft.com/office/drawing/2014/main" id="{706182FD-3EAA-45B9-93DD-BCE1670E07FA}"/>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0" name="Freeform 27">
              <a:extLst>
                <a:ext uri="{FF2B5EF4-FFF2-40B4-BE49-F238E27FC236}">
                  <a16:creationId xmlns:a16="http://schemas.microsoft.com/office/drawing/2014/main" id="{E83B3483-EA8E-4C84-9BD1-4E5F98AA9387}"/>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1" name="Freeform 29">
              <a:extLst>
                <a:ext uri="{FF2B5EF4-FFF2-40B4-BE49-F238E27FC236}">
                  <a16:creationId xmlns:a16="http://schemas.microsoft.com/office/drawing/2014/main" id="{ABD5AC87-B621-4108-92CB-D265896F5894}"/>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2" name="Freeform 30">
              <a:extLst>
                <a:ext uri="{FF2B5EF4-FFF2-40B4-BE49-F238E27FC236}">
                  <a16:creationId xmlns:a16="http://schemas.microsoft.com/office/drawing/2014/main" id="{0BB2B514-BAFC-4B2E-9426-ACF7AAF083D8}"/>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3" name="Freeform 31">
              <a:extLst>
                <a:ext uri="{FF2B5EF4-FFF2-40B4-BE49-F238E27FC236}">
                  <a16:creationId xmlns:a16="http://schemas.microsoft.com/office/drawing/2014/main" id="{95F1D8E8-509F-457F-A39C-06F7223B846F}"/>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4" name="Freeform 32">
              <a:extLst>
                <a:ext uri="{FF2B5EF4-FFF2-40B4-BE49-F238E27FC236}">
                  <a16:creationId xmlns:a16="http://schemas.microsoft.com/office/drawing/2014/main" id="{2BDC60B4-2A03-4259-99D7-D6952CF7DC70}"/>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5" name="Freeform 33">
              <a:extLst>
                <a:ext uri="{FF2B5EF4-FFF2-40B4-BE49-F238E27FC236}">
                  <a16:creationId xmlns:a16="http://schemas.microsoft.com/office/drawing/2014/main" id="{D04146B2-3540-4B26-86A2-964C8A3808E0}"/>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6" name="Freeform 34">
              <a:extLst>
                <a:ext uri="{FF2B5EF4-FFF2-40B4-BE49-F238E27FC236}">
                  <a16:creationId xmlns:a16="http://schemas.microsoft.com/office/drawing/2014/main" id="{941B3BC6-A11E-4E3B-B07D-B7635E70A572}"/>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7" name="Freeform 35">
              <a:extLst>
                <a:ext uri="{FF2B5EF4-FFF2-40B4-BE49-F238E27FC236}">
                  <a16:creationId xmlns:a16="http://schemas.microsoft.com/office/drawing/2014/main" id="{BD558C4E-8B51-4077-9535-D4EA2266CCB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38" name="组合 137">
            <a:extLst>
              <a:ext uri="{FF2B5EF4-FFF2-40B4-BE49-F238E27FC236}">
                <a16:creationId xmlns:a16="http://schemas.microsoft.com/office/drawing/2014/main" id="{38946306-BB01-47D1-85B2-D73ED91B5724}"/>
              </a:ext>
            </a:extLst>
          </p:cNvPr>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a:extLst>
                <a:ext uri="{FF2B5EF4-FFF2-40B4-BE49-F238E27FC236}">
                  <a16:creationId xmlns:a16="http://schemas.microsoft.com/office/drawing/2014/main" id="{E18931A2-267C-4A71-BE71-C188DA79BE3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0" name="Freeform 10">
              <a:extLst>
                <a:ext uri="{FF2B5EF4-FFF2-40B4-BE49-F238E27FC236}">
                  <a16:creationId xmlns:a16="http://schemas.microsoft.com/office/drawing/2014/main" id="{703B4DA1-DADE-4E2C-A526-6A13B8A77CE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1" name="Freeform 11">
              <a:extLst>
                <a:ext uri="{FF2B5EF4-FFF2-40B4-BE49-F238E27FC236}">
                  <a16:creationId xmlns:a16="http://schemas.microsoft.com/office/drawing/2014/main" id="{1B331AD2-6B35-4E0A-A20B-4A72FE3A5968}"/>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2" name="Freeform 12">
              <a:extLst>
                <a:ext uri="{FF2B5EF4-FFF2-40B4-BE49-F238E27FC236}">
                  <a16:creationId xmlns:a16="http://schemas.microsoft.com/office/drawing/2014/main" id="{FD62C409-3631-46E2-9587-CB2E648032C0}"/>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3" name="Freeform 13">
              <a:extLst>
                <a:ext uri="{FF2B5EF4-FFF2-40B4-BE49-F238E27FC236}">
                  <a16:creationId xmlns:a16="http://schemas.microsoft.com/office/drawing/2014/main" id="{55833334-4E68-4E9E-BB6D-2E9AF330F93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4" name="Freeform 14">
              <a:extLst>
                <a:ext uri="{FF2B5EF4-FFF2-40B4-BE49-F238E27FC236}">
                  <a16:creationId xmlns:a16="http://schemas.microsoft.com/office/drawing/2014/main" id="{0541028C-AF39-4761-8CCB-ED2A4989788C}"/>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5" name="Freeform 15">
              <a:extLst>
                <a:ext uri="{FF2B5EF4-FFF2-40B4-BE49-F238E27FC236}">
                  <a16:creationId xmlns:a16="http://schemas.microsoft.com/office/drawing/2014/main" id="{029E28D3-B454-45B2-9289-2968F3EBFEE6}"/>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6" name="Freeform 16">
              <a:extLst>
                <a:ext uri="{FF2B5EF4-FFF2-40B4-BE49-F238E27FC236}">
                  <a16:creationId xmlns:a16="http://schemas.microsoft.com/office/drawing/2014/main" id="{D0BB8E3B-59F6-4A01-960E-0F7B97844633}"/>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7" name="Freeform 24">
              <a:extLst>
                <a:ext uri="{FF2B5EF4-FFF2-40B4-BE49-F238E27FC236}">
                  <a16:creationId xmlns:a16="http://schemas.microsoft.com/office/drawing/2014/main" id="{05627743-9A54-4094-B73D-287771342A31}"/>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8" name="Freeform 26">
              <a:extLst>
                <a:ext uri="{FF2B5EF4-FFF2-40B4-BE49-F238E27FC236}">
                  <a16:creationId xmlns:a16="http://schemas.microsoft.com/office/drawing/2014/main" id="{699C7083-01DE-4A4B-84DD-E90155913A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28">
              <a:extLst>
                <a:ext uri="{FF2B5EF4-FFF2-40B4-BE49-F238E27FC236}">
                  <a16:creationId xmlns:a16="http://schemas.microsoft.com/office/drawing/2014/main" id="{8B40CCE1-C62C-4D51-9D8F-C4639686629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36">
              <a:extLst>
                <a:ext uri="{FF2B5EF4-FFF2-40B4-BE49-F238E27FC236}">
                  <a16:creationId xmlns:a16="http://schemas.microsoft.com/office/drawing/2014/main" id="{61179EB0-0CBF-4D6F-AAA1-7720EA90C8E5}"/>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51" name="组合 150">
            <a:extLst>
              <a:ext uri="{FF2B5EF4-FFF2-40B4-BE49-F238E27FC236}">
                <a16:creationId xmlns:a16="http://schemas.microsoft.com/office/drawing/2014/main" id="{6B04C171-0905-4BEB-B13A-7AFFEA8524C5}"/>
              </a:ext>
            </a:extLst>
          </p:cNvPr>
          <p:cNvGrpSpPr/>
          <p:nvPr userDrawn="1"/>
        </p:nvGrpSpPr>
        <p:grpSpPr>
          <a:xfrm>
            <a:off x="882188" y="613507"/>
            <a:ext cx="664422" cy="662874"/>
            <a:chOff x="2105799" y="20055838"/>
            <a:chExt cx="6748090" cy="6732363"/>
          </a:xfrm>
          <a:solidFill>
            <a:schemeClr val="accent1">
              <a:alpha val="80000"/>
            </a:schemeClr>
          </a:solidFill>
        </p:grpSpPr>
        <p:sp>
          <p:nvSpPr>
            <p:cNvPr id="152" name="Freeform 8">
              <a:extLst>
                <a:ext uri="{FF2B5EF4-FFF2-40B4-BE49-F238E27FC236}">
                  <a16:creationId xmlns:a16="http://schemas.microsoft.com/office/drawing/2014/main" id="{CE509FB2-EF54-4D15-964E-BAE3FD9A6BFA}"/>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3" name="Freeform 42">
              <a:extLst>
                <a:ext uri="{FF2B5EF4-FFF2-40B4-BE49-F238E27FC236}">
                  <a16:creationId xmlns:a16="http://schemas.microsoft.com/office/drawing/2014/main" id="{B6C8DC3B-EE8C-45F4-A99E-60D92CFF9B3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4" name="Freeform 43">
              <a:extLst>
                <a:ext uri="{FF2B5EF4-FFF2-40B4-BE49-F238E27FC236}">
                  <a16:creationId xmlns:a16="http://schemas.microsoft.com/office/drawing/2014/main" id="{650C3229-0411-4A34-96B6-2C91F8F76571}"/>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5" name="Freeform 44">
              <a:extLst>
                <a:ext uri="{FF2B5EF4-FFF2-40B4-BE49-F238E27FC236}">
                  <a16:creationId xmlns:a16="http://schemas.microsoft.com/office/drawing/2014/main" id="{223A77F5-8164-45E2-A8A5-337C1C7D6D45}"/>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6" name="Freeform 45">
              <a:extLst>
                <a:ext uri="{FF2B5EF4-FFF2-40B4-BE49-F238E27FC236}">
                  <a16:creationId xmlns:a16="http://schemas.microsoft.com/office/drawing/2014/main" id="{60FC465B-2605-409D-B52E-3D0CB8A1D6F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7" name="Freeform 46">
              <a:extLst>
                <a:ext uri="{FF2B5EF4-FFF2-40B4-BE49-F238E27FC236}">
                  <a16:creationId xmlns:a16="http://schemas.microsoft.com/office/drawing/2014/main" id="{70666028-30B0-4A46-86FB-A42432CCF205}"/>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8" name="Freeform 47">
              <a:extLst>
                <a:ext uri="{FF2B5EF4-FFF2-40B4-BE49-F238E27FC236}">
                  <a16:creationId xmlns:a16="http://schemas.microsoft.com/office/drawing/2014/main" id="{66285623-1ECC-4019-998B-0FFEC53E1FEB}"/>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9" name="Freeform 48">
              <a:extLst>
                <a:ext uri="{FF2B5EF4-FFF2-40B4-BE49-F238E27FC236}">
                  <a16:creationId xmlns:a16="http://schemas.microsoft.com/office/drawing/2014/main" id="{DE28096A-EBC6-48DC-B28E-FDF15022B52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0" name="Freeform 49">
              <a:extLst>
                <a:ext uri="{FF2B5EF4-FFF2-40B4-BE49-F238E27FC236}">
                  <a16:creationId xmlns:a16="http://schemas.microsoft.com/office/drawing/2014/main" id="{C82365C2-71DD-4925-A67B-CAA854D300EE}"/>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1" name="Freeform 50">
              <a:extLst>
                <a:ext uri="{FF2B5EF4-FFF2-40B4-BE49-F238E27FC236}">
                  <a16:creationId xmlns:a16="http://schemas.microsoft.com/office/drawing/2014/main" id="{F69923CB-AB0E-4DAA-8CB4-05A540FC571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2" name="Freeform 51">
              <a:extLst>
                <a:ext uri="{FF2B5EF4-FFF2-40B4-BE49-F238E27FC236}">
                  <a16:creationId xmlns:a16="http://schemas.microsoft.com/office/drawing/2014/main" id="{0C9872BA-3C4D-4098-8153-AF0C234620B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3" name="Freeform 52">
              <a:extLst>
                <a:ext uri="{FF2B5EF4-FFF2-40B4-BE49-F238E27FC236}">
                  <a16:creationId xmlns:a16="http://schemas.microsoft.com/office/drawing/2014/main" id="{4137D422-E6EB-490E-9416-24F82972F9B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4" name="Freeform 53">
              <a:extLst>
                <a:ext uri="{FF2B5EF4-FFF2-40B4-BE49-F238E27FC236}">
                  <a16:creationId xmlns:a16="http://schemas.microsoft.com/office/drawing/2014/main" id="{BB0D0761-D478-4C17-815A-0A6AD74194EA}"/>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5" name="Freeform 54">
              <a:extLst>
                <a:ext uri="{FF2B5EF4-FFF2-40B4-BE49-F238E27FC236}">
                  <a16:creationId xmlns:a16="http://schemas.microsoft.com/office/drawing/2014/main" id="{4E5F6A7C-2998-4CCF-BF1E-D9077A8673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6" name="Freeform 55">
              <a:extLst>
                <a:ext uri="{FF2B5EF4-FFF2-40B4-BE49-F238E27FC236}">
                  <a16:creationId xmlns:a16="http://schemas.microsoft.com/office/drawing/2014/main" id="{B8C17893-2B8C-4402-9B0A-CFAC1EEC5BFE}"/>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7" name="Freeform 56">
              <a:extLst>
                <a:ext uri="{FF2B5EF4-FFF2-40B4-BE49-F238E27FC236}">
                  <a16:creationId xmlns:a16="http://schemas.microsoft.com/office/drawing/2014/main" id="{80A4A95E-1D12-4BFB-84A3-6E69192B6F66}"/>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8" name="Freeform 57">
              <a:extLst>
                <a:ext uri="{FF2B5EF4-FFF2-40B4-BE49-F238E27FC236}">
                  <a16:creationId xmlns:a16="http://schemas.microsoft.com/office/drawing/2014/main" id="{DE09AAE9-B869-4D14-9A6E-6B1E8F9D91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9" name="Freeform 58">
              <a:extLst>
                <a:ext uri="{FF2B5EF4-FFF2-40B4-BE49-F238E27FC236}">
                  <a16:creationId xmlns:a16="http://schemas.microsoft.com/office/drawing/2014/main" id="{DACFD2A8-35E2-4D17-A432-C4445B1DE43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0" name="Freeform 59">
              <a:extLst>
                <a:ext uri="{FF2B5EF4-FFF2-40B4-BE49-F238E27FC236}">
                  <a16:creationId xmlns:a16="http://schemas.microsoft.com/office/drawing/2014/main" id="{20394763-C255-444B-940F-5BE2CAE09593}"/>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1" name="Freeform 60">
              <a:extLst>
                <a:ext uri="{FF2B5EF4-FFF2-40B4-BE49-F238E27FC236}">
                  <a16:creationId xmlns:a16="http://schemas.microsoft.com/office/drawing/2014/main" id="{D5DB92F4-CCF4-48BD-8A77-44191933714C}"/>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2" name="Freeform 61">
              <a:extLst>
                <a:ext uri="{FF2B5EF4-FFF2-40B4-BE49-F238E27FC236}">
                  <a16:creationId xmlns:a16="http://schemas.microsoft.com/office/drawing/2014/main" id="{39B52CE4-6F33-4717-912A-6C0F2BA5318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3" name="Freeform 62">
              <a:extLst>
                <a:ext uri="{FF2B5EF4-FFF2-40B4-BE49-F238E27FC236}">
                  <a16:creationId xmlns:a16="http://schemas.microsoft.com/office/drawing/2014/main" id="{25F6B581-6C3D-4732-943C-D740A1C3671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4" name="Freeform 71">
              <a:extLst>
                <a:ext uri="{FF2B5EF4-FFF2-40B4-BE49-F238E27FC236}">
                  <a16:creationId xmlns:a16="http://schemas.microsoft.com/office/drawing/2014/main" id="{043007A9-32DC-46FF-96D2-A7D27193ED5E}"/>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sp>
        <p:nvSpPr>
          <p:cNvPr id="5" name="矩形 4">
            <a:extLst>
              <a:ext uri="{FF2B5EF4-FFF2-40B4-BE49-F238E27FC236}">
                <a16:creationId xmlns:a16="http://schemas.microsoft.com/office/drawing/2014/main" id="{3701D6A2-E0B4-4D59-BD49-A67266448E1E}"/>
              </a:ext>
            </a:extLst>
          </p:cNvPr>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F0502020204030204"/>
                <a:ea typeface="Microsoft YaHei"/>
                <a:cs typeface="+mn-ea"/>
              </a:rPr>
              <a:t>PART</a:t>
            </a:r>
            <a:endParaRPr kumimoji="0" lang="zh-CN" altLang="en-US" sz="4000" b="0" i="0" u="none" strike="noStrike" kern="1200" cap="none" spc="0" normalizeH="0" baseline="0" dirty="0">
              <a:ln>
                <a:noFill/>
              </a:ln>
              <a:solidFill>
                <a:prstClr val="white"/>
              </a:solidFill>
              <a:effectLst/>
              <a:uLnTx/>
              <a:uFillTx/>
              <a:latin typeface="Arial" panose="020F0502020204030204"/>
              <a:ea typeface="Microsoft YaHei"/>
              <a:cs typeface="+mn-ea"/>
            </a:endParaRPr>
          </a:p>
        </p:txBody>
      </p:sp>
    </p:spTree>
    <p:extLst>
      <p:ext uri="{BB962C8B-B14F-4D97-AF65-F5344CB8AC3E}">
        <p14:creationId xmlns:p14="http://schemas.microsoft.com/office/powerpoint/2010/main" val="6098989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147" name="标题 1">
            <a:extLst>
              <a:ext uri="{FF2B5EF4-FFF2-40B4-BE49-F238E27FC236}">
                <a16:creationId xmlns:a16="http://schemas.microsoft.com/office/drawing/2014/main" id="{BD9599D0-9EF4-485D-9BF2-FE64B75665AD}"/>
              </a:ext>
            </a:extLst>
          </p:cNvPr>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F0502020204030204"/>
                <a:ea typeface="Microsoft YaHei"/>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zh-CN" altLang="en-US" dirty="0"/>
              <a:t>单击此处编辑结束语</a:t>
            </a:r>
          </a:p>
        </p:txBody>
      </p:sp>
      <p:sp>
        <p:nvSpPr>
          <p:cNvPr id="148" name="副标题 2">
            <a:extLst>
              <a:ext uri="{FF2B5EF4-FFF2-40B4-BE49-F238E27FC236}">
                <a16:creationId xmlns:a16="http://schemas.microsoft.com/office/drawing/2014/main" id="{780F498B-8C32-41D4-A1DA-41A6A68C0055}"/>
              </a:ext>
            </a:extLst>
          </p:cNvPr>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F0502020204030204"/>
                <a:ea typeface="Microsoft YaHei"/>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pic>
        <p:nvPicPr>
          <p:cNvPr id="30" name="图片 29">
            <a:extLst>
              <a:ext uri="{FF2B5EF4-FFF2-40B4-BE49-F238E27FC236}">
                <a16:creationId xmlns:a16="http://schemas.microsoft.com/office/drawing/2014/main" id="{FD7D419B-5F8A-485E-971C-708FAB61A6F5}"/>
              </a:ext>
            </a:extLst>
          </p:cNvPr>
          <p:cNvPicPr>
            <a:picLocks noChangeAspect="1"/>
          </p:cNvPicPr>
          <p:nvPr userDrawn="1"/>
        </p:nvPicPr>
        <p:blipFill rotWithShape="1">
          <a:blip r:embed="rId2"/>
          <a:srcRect l="33473" t="11874" r="33684" b="41629"/>
          <a:stretch/>
        </p:blipFill>
        <p:spPr>
          <a:xfrm>
            <a:off x="5123845" y="404240"/>
            <a:ext cx="1944310" cy="2064443"/>
          </a:xfrm>
          <a:prstGeom prst="rect">
            <a:avLst/>
          </a:prstGeom>
        </p:spPr>
      </p:pic>
    </p:spTree>
    <p:extLst>
      <p:ext uri="{BB962C8B-B14F-4D97-AF65-F5344CB8AC3E}">
        <p14:creationId xmlns:p14="http://schemas.microsoft.com/office/powerpoint/2010/main" val="17261125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030030053"/>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925915339"/>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cxnSp>
        <p:nvCxnSpPr>
          <p:cNvPr id="71" name="直接连接符 70">
            <a:extLst>
              <a:ext uri="{FF2B5EF4-FFF2-40B4-BE49-F238E27FC236}">
                <a16:creationId xmlns:a16="http://schemas.microsoft.com/office/drawing/2014/main" id="{E65A605E-CDFB-48F0-9262-92E6FAB0F34F}"/>
              </a:ext>
            </a:extLst>
          </p:cNvPr>
          <p:cNvCxnSpPr>
            <a:cxnSpLocks/>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a:extLst>
              <a:ext uri="{FF2B5EF4-FFF2-40B4-BE49-F238E27FC236}">
                <a16:creationId xmlns:a16="http://schemas.microsoft.com/office/drawing/2014/main" id="{D1EB5750-0A9D-4CDA-8A3E-C75D4C68F34A}"/>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a:extLst>
              <a:ext uri="{FF2B5EF4-FFF2-40B4-BE49-F238E27FC236}">
                <a16:creationId xmlns:a16="http://schemas.microsoft.com/office/drawing/2014/main" id="{6D968944-E188-47DB-80CF-1FD6A7CF4922}"/>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421409504"/>
      </p:ext>
    </p:extLst>
  </p:cSld>
  <p:clrMapOvr>
    <a:masterClrMapping/>
  </p:clrMapOvr>
  <p:extLst>
    <p:ext uri="{DCECCB84-F9BA-43D5-87BE-67443E8EF086}">
      <p15:sldGuideLst xmlns:p15="http://schemas.microsoft.com/office/powerpoint/2012/main">
        <p15:guide id="4"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73F46A27-B045-491C-8492-DC2AE1277C86}"/>
              </a:ext>
            </a:extLst>
          </p:cNvPr>
          <p:cNvGrpSpPr/>
          <p:nvPr userDrawn="1"/>
        </p:nvGrpSpPr>
        <p:grpSpPr>
          <a:xfrm>
            <a:off x="528706" y="867990"/>
            <a:ext cx="2433027" cy="0"/>
            <a:chOff x="7460343" y="1311756"/>
            <a:chExt cx="2433027" cy="0"/>
          </a:xfrm>
        </p:grpSpPr>
        <p:cxnSp>
          <p:nvCxnSpPr>
            <p:cNvPr id="64" name="直接连接符 63">
              <a:extLst>
                <a:ext uri="{FF2B5EF4-FFF2-40B4-BE49-F238E27FC236}">
                  <a16:creationId xmlns:a16="http://schemas.microsoft.com/office/drawing/2014/main" id="{B77B3D24-6FB9-41AF-8DFD-6DE7FAB86A89}"/>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sp>
        <p:nvSpPr>
          <p:cNvPr id="125" name="标题 1">
            <a:extLst>
              <a:ext uri="{FF2B5EF4-FFF2-40B4-BE49-F238E27FC236}">
                <a16:creationId xmlns:a16="http://schemas.microsoft.com/office/drawing/2014/main" id="{97EAA164-D07E-4BD8-8F25-2F9AABA01D6D}"/>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a:extLst>
              <a:ext uri="{FF2B5EF4-FFF2-40B4-BE49-F238E27FC236}">
                <a16:creationId xmlns:a16="http://schemas.microsoft.com/office/drawing/2014/main" id="{A21D5F5E-4FB0-402A-AEA9-76C1EEB139D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530403812"/>
      </p:ext>
    </p:extLst>
  </p:cSld>
  <p:clrMapOvr>
    <a:masterClrMapping/>
  </p:clrMapOvr>
  <p:extLst>
    <p:ext uri="{DCECCB84-F9BA-43D5-87BE-67443E8EF086}">
      <p15:sldGuideLst xmlns:p15="http://schemas.microsoft.com/office/powerpoint/2012/main">
        <p15:guide id="2" orient="horz">
          <p15:clr>
            <a:srgbClr val="FBAE40"/>
          </p15:clr>
        </p15:guide>
        <p15:guide id="4"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57" name="灯片编号占位符 8">
            <a:extLst>
              <a:ext uri="{FF2B5EF4-FFF2-40B4-BE49-F238E27FC236}">
                <a16:creationId xmlns:a16="http://schemas.microsoft.com/office/drawing/2014/main" id="{EA30CFCD-47F5-4BDB-9235-4899110ACBB2}"/>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Tree>
    <p:extLst>
      <p:ext uri="{BB962C8B-B14F-4D97-AF65-F5344CB8AC3E}">
        <p14:creationId xmlns:p14="http://schemas.microsoft.com/office/powerpoint/2010/main" val="1131119114"/>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380107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7467291-1F4D-4401-BBE0-17BCD8258297}"/>
              </a:ext>
            </a:extLst>
          </p:cNvPr>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56674624"/>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6EEF3A2-ACC0-4E28-9306-12EF02038760}"/>
              </a:ext>
            </a:extLst>
          </p:cNvPr>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extLst>
      <p:ext uri="{BB962C8B-B14F-4D97-AF65-F5344CB8AC3E}">
        <p14:creationId xmlns:p14="http://schemas.microsoft.com/office/powerpoint/2010/main" val="426787138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a:extLst>
              <a:ext uri="{FF2B5EF4-FFF2-40B4-BE49-F238E27FC236}">
                <a16:creationId xmlns:a16="http://schemas.microsoft.com/office/drawing/2014/main" id="{712652DD-B310-4939-8011-D71B950A1B21}"/>
              </a:ext>
            </a:extLst>
          </p:cNvPr>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extLst>
      <p:ext uri="{BB962C8B-B14F-4D97-AF65-F5344CB8AC3E}">
        <p14:creationId xmlns:p14="http://schemas.microsoft.com/office/powerpoint/2010/main" val="4061629306"/>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32218AD9-0802-4E94-A545-7752B3A5C829}"/>
              </a:ext>
            </a:extLst>
          </p:cNvPr>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extLst>
      <p:ext uri="{BB962C8B-B14F-4D97-AF65-F5344CB8AC3E}">
        <p14:creationId xmlns:p14="http://schemas.microsoft.com/office/powerpoint/2010/main" val="1160747885"/>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931C1FA-5FE8-40DF-AC6E-9B6B0E4CC26F}"/>
              </a:ext>
            </a:extLst>
          </p:cNvPr>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a:extLst>
              <a:ext uri="{FF2B5EF4-FFF2-40B4-BE49-F238E27FC236}">
                <a16:creationId xmlns:a16="http://schemas.microsoft.com/office/drawing/2014/main" id="{C7AF3ED8-1DE9-44A2-B853-FD2803EEAA0D}"/>
              </a:ext>
            </a:extLst>
          </p:cNvPr>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a:extLst>
              <a:ext uri="{FF2B5EF4-FFF2-40B4-BE49-F238E27FC236}">
                <a16:creationId xmlns:a16="http://schemas.microsoft.com/office/drawing/2014/main" id="{DB0BFE19-92E2-432D-9E06-36F2A8747397}"/>
              </a:ext>
            </a:extLst>
          </p:cNvPr>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a:extLst>
              <a:ext uri="{FF2B5EF4-FFF2-40B4-BE49-F238E27FC236}">
                <a16:creationId xmlns:a16="http://schemas.microsoft.com/office/drawing/2014/main" id="{F6FF85A4-C3A0-4D0C-92AF-6F4762E6DED8}"/>
              </a:ext>
            </a:extLst>
          </p:cNvPr>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extLst>
      <p:ext uri="{BB962C8B-B14F-4D97-AF65-F5344CB8AC3E}">
        <p14:creationId xmlns:p14="http://schemas.microsoft.com/office/powerpoint/2010/main" val="310454351"/>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24439797-4BE0-4F81-A8CC-64A6D9187FF8}"/>
              </a:ext>
            </a:extLst>
          </p:cNvPr>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4212954581"/>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E936D758-58FF-4E8C-86BD-EB1FD279A69D}"/>
              </a:ext>
            </a:extLst>
          </p:cNvPr>
          <p:cNvSpPr>
            <a:spLocks noGrp="1"/>
          </p:cNvSpPr>
          <p:nvPr>
            <p:ph type="pic" idx="10"/>
          </p:nvPr>
        </p:nvSpPr>
        <p:spPr>
          <a:xfrm>
            <a:off x="2546350" y="1186670"/>
            <a:ext cx="6170930" cy="2242330"/>
          </a:xfrm>
        </p:spPr>
        <p:txBody>
          <a:bodyPr/>
          <a:lstStyle/>
          <a:p>
            <a:endParaRPr lang="zh-CN" altLang="en-US"/>
          </a:p>
        </p:txBody>
      </p:sp>
      <p:sp>
        <p:nvSpPr>
          <p:cNvPr id="3" name="图片占位符 2">
            <a:extLst>
              <a:ext uri="{FF2B5EF4-FFF2-40B4-BE49-F238E27FC236}">
                <a16:creationId xmlns:a16="http://schemas.microsoft.com/office/drawing/2014/main" id="{E5320648-7829-4F87-AE28-FE15F9A53BCF}"/>
              </a:ext>
            </a:extLst>
          </p:cNvPr>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a:extLst>
              <a:ext uri="{FF2B5EF4-FFF2-40B4-BE49-F238E27FC236}">
                <a16:creationId xmlns:a16="http://schemas.microsoft.com/office/drawing/2014/main" id="{A979AC8D-DFBA-44CD-BCB5-C9CCA905B1FD}"/>
              </a:ext>
            </a:extLst>
          </p:cNvPr>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a:extLst>
              <a:ext uri="{FF2B5EF4-FFF2-40B4-BE49-F238E27FC236}">
                <a16:creationId xmlns:a16="http://schemas.microsoft.com/office/drawing/2014/main" id="{B9DFBE81-F4AD-4D53-B8CE-49E335DF6821}"/>
              </a:ext>
            </a:extLst>
          </p:cNvPr>
          <p:cNvSpPr>
            <a:spLocks noGrp="1"/>
          </p:cNvSpPr>
          <p:nvPr>
            <p:ph type="pic" sz="quarter" idx="13"/>
          </p:nvPr>
        </p:nvSpPr>
        <p:spPr>
          <a:xfrm>
            <a:off x="8839200" y="1186670"/>
            <a:ext cx="2499360" cy="4767090"/>
          </a:xfrm>
          <a:prstGeom prst="rect">
            <a:avLst/>
          </a:prstGeom>
        </p:spPr>
        <p:txBody>
          <a:bodyPr/>
          <a:lstStyle/>
          <a:p>
            <a:endParaRPr lang="zh-CN" altLang="en-US"/>
          </a:p>
        </p:txBody>
      </p:sp>
    </p:spTree>
    <p:extLst>
      <p:ext uri="{BB962C8B-B14F-4D97-AF65-F5344CB8AC3E}">
        <p14:creationId xmlns:p14="http://schemas.microsoft.com/office/powerpoint/2010/main" val="3757660173"/>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35FCF2F-C01A-4F00-99E1-57D953605B1F}"/>
              </a:ext>
            </a:extLst>
          </p:cNvPr>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extLst>
      <p:ext uri="{BB962C8B-B14F-4D97-AF65-F5344CB8AC3E}">
        <p14:creationId xmlns:p14="http://schemas.microsoft.com/office/powerpoint/2010/main" val="214475092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602065-9875-489D-9807-49A056F14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D4D4825-E8D7-49E3-9C98-FB2E3CB1C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18152792"/>
      </p:ext>
    </p:extLst>
  </p:cSld>
  <p:clrMap bg1="lt1" tx1="dk1" bg2="lt2" tx2="dk2" accent1="accent1" accent2="accent2" accent3="accent3" accent4="accent4" accent5="accent5" accent6="accent6" hlink="hlink" folHlink="folHlink"/>
  <p:sldLayoutIdLst>
    <p:sldLayoutId id="2147483694" r:id="rId1"/>
    <p:sldLayoutId id="2147483684" r:id="rId2"/>
    <p:sldLayoutId id="2147483685" r:id="rId3"/>
    <p:sldLayoutId id="2147483686" r:id="rId4"/>
    <p:sldLayoutId id="2147483680" r:id="rId5"/>
    <p:sldLayoutId id="2147483681" r:id="rId6"/>
    <p:sldLayoutId id="2147483691" r:id="rId7"/>
    <p:sldLayoutId id="2147483689" r:id="rId8"/>
    <p:sldLayoutId id="2147483688" r:id="rId9"/>
    <p:sldLayoutId id="2147483657" r:id="rId10"/>
    <p:sldLayoutId id="2147483690" r:id="rId11"/>
    <p:sldLayoutId id="2147483692" r:id="rId12"/>
    <p:sldLayoutId id="2147483704" r:id="rId13"/>
    <p:sldLayoutId id="2147483695" r:id="rId14"/>
    <p:sldLayoutId id="2147483700" r:id="rId15"/>
    <p:sldLayoutId id="2147483701" r:id="rId16"/>
    <p:sldLayoutId id="2147483703" r:id="rId17"/>
    <p:sldLayoutId id="2147483702" r:id="rId18"/>
    <p:sldLayoutId id="2147483705" r:id="rId19"/>
    <p:sldLayoutId id="2147483706" r:id="rId2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602065-9875-489D-9807-49A056F14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D4D4825-E8D7-49E3-9C98-FB2E3CB1C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3485235"/>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588CD7B8-613D-441A-8C43-A34C23FEDBE2}"/>
              </a:ext>
            </a:extLst>
          </p:cNvPr>
          <p:cNvPicPr>
            <a:picLocks noChangeAspect="1"/>
          </p:cNvPicPr>
          <p:nvPr/>
        </p:nvPicPr>
        <p:blipFill>
          <a:blip r:embed="rId3">
            <a:lum bright="70000" contrast="-70000"/>
          </a:blip>
          <a:stretch>
            <a:fillRect/>
          </a:stretch>
        </p:blipFill>
        <p:spPr>
          <a:xfrm>
            <a:off x="0" y="4008310"/>
            <a:ext cx="12192000" cy="2794000"/>
          </a:xfrm>
          <a:prstGeom prst="rect">
            <a:avLst/>
          </a:prstGeom>
        </p:spPr>
      </p:pic>
      <p:sp>
        <p:nvSpPr>
          <p:cNvPr id="3" name="矩形 2">
            <a:extLst>
              <a:ext uri="{FF2B5EF4-FFF2-40B4-BE49-F238E27FC236}">
                <a16:creationId xmlns:a16="http://schemas.microsoft.com/office/drawing/2014/main" id="{215653C9-8294-4422-939A-19987AE380D1}"/>
              </a:ext>
            </a:extLst>
          </p:cNvPr>
          <p:cNvSpPr/>
          <p:nvPr/>
        </p:nvSpPr>
        <p:spPr>
          <a:xfrm flipV="1">
            <a:off x="0" y="6802310"/>
            <a:ext cx="12192000" cy="62214"/>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4" name="矩形 33">
            <a:extLst>
              <a:ext uri="{FF2B5EF4-FFF2-40B4-BE49-F238E27FC236}">
                <a16:creationId xmlns:a16="http://schemas.microsoft.com/office/drawing/2014/main" id="{64E8B448-9F20-49E7-92A9-4158C9CAFB88}"/>
              </a:ext>
            </a:extLst>
          </p:cNvPr>
          <p:cNvSpPr/>
          <p:nvPr/>
        </p:nvSpPr>
        <p:spPr>
          <a:xfrm>
            <a:off x="1176913" y="2345273"/>
            <a:ext cx="9540815" cy="707886"/>
          </a:xfrm>
          <a:prstGeom prst="rect">
            <a:avLst/>
          </a:prstGeom>
          <a:effectLst>
            <a:outerShdw blurRad="63500" sx="102000" sy="102000" algn="ctr" rotWithShape="0">
              <a:prstClr val="black">
                <a:alpha val="40000"/>
              </a:prstClr>
            </a:outerShdw>
          </a:effectLst>
        </p:spPr>
        <p:txBody>
          <a:bodyPr wrap="square">
            <a:spAutoFit/>
          </a:bodyPr>
          <a:lstStyle/>
          <a:p>
            <a:pPr algn="ctr">
              <a:defRPr/>
            </a:pPr>
            <a:r>
              <a:rPr lang="zh-CN" altLang="en-US" sz="4000" b="1" spc="300">
                <a:solidFill>
                  <a:schemeClr val="tx1">
                    <a:lumMod val="85000"/>
                    <a:lumOff val="1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计算机体系结构</a:t>
            </a:r>
            <a:endParaRPr lang="zh-CN" altLang="en-US" sz="4000" b="1" spc="300" dirty="0">
              <a:solidFill>
                <a:schemeClr val="tx1">
                  <a:lumMod val="85000"/>
                  <a:lumOff val="1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6" name="图片 5">
            <a:extLst>
              <a:ext uri="{FF2B5EF4-FFF2-40B4-BE49-F238E27FC236}">
                <a16:creationId xmlns:a16="http://schemas.microsoft.com/office/drawing/2014/main" id="{00316296-10E7-446F-AFDB-473F92159203}"/>
              </a:ext>
            </a:extLst>
          </p:cNvPr>
          <p:cNvPicPr>
            <a:picLocks noChangeAspect="1"/>
          </p:cNvPicPr>
          <p:nvPr/>
        </p:nvPicPr>
        <p:blipFill>
          <a:blip r:embed="rId4"/>
          <a:srcRect t="9683" b="9683"/>
          <a:stretch/>
        </p:blipFill>
        <p:spPr>
          <a:xfrm>
            <a:off x="4308091" y="55690"/>
            <a:ext cx="3278460" cy="1982685"/>
          </a:xfrm>
          <a:prstGeom prst="rect">
            <a:avLst/>
          </a:prstGeom>
        </p:spPr>
      </p:pic>
      <p:sp>
        <p:nvSpPr>
          <p:cNvPr id="2" name="文本框 1">
            <a:extLst>
              <a:ext uri="{FF2B5EF4-FFF2-40B4-BE49-F238E27FC236}">
                <a16:creationId xmlns:a16="http://schemas.microsoft.com/office/drawing/2014/main" id="{5C4F7A38-EA2C-1907-2128-66AD2A3FF540}"/>
              </a:ext>
            </a:extLst>
          </p:cNvPr>
          <p:cNvSpPr txBox="1"/>
          <p:nvPr/>
        </p:nvSpPr>
        <p:spPr>
          <a:xfrm>
            <a:off x="3276159" y="3303890"/>
            <a:ext cx="5342321" cy="584775"/>
          </a:xfrm>
          <a:prstGeom prst="rect">
            <a:avLst/>
          </a:prstGeom>
          <a:noFill/>
        </p:spPr>
        <p:txBody>
          <a:bodyPr wrap="square" rtlCol="0">
            <a:spAutoFit/>
          </a:bodyPr>
          <a:lstStyle/>
          <a:p>
            <a:pPr algn="ctr"/>
            <a:r>
              <a:rPr lang="zh-CN" altLang="en-US" sz="3200">
                <a:solidFill>
                  <a:srgbClr val="222A35"/>
                </a:solidFill>
                <a:latin typeface="Times New Roman" panose="02020603050405020304" pitchFamily="18" charset="0"/>
                <a:ea typeface="微软雅黑" panose="020B0503020204020204" pitchFamily="34" charset="-122"/>
                <a:cs typeface="+mn-ea"/>
                <a:sym typeface="Times New Roman" panose="02020603050405020304" pitchFamily="18" charset="0"/>
              </a:rPr>
              <a:t>课程报告题目与要求</a:t>
            </a:r>
            <a:endParaRPr lang="zh-CN" altLang="en-US" sz="3200" dirty="0">
              <a:solidFill>
                <a:srgbClr val="222A35"/>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9" name="文本框 8">
            <a:extLst>
              <a:ext uri="{FF2B5EF4-FFF2-40B4-BE49-F238E27FC236}">
                <a16:creationId xmlns:a16="http://schemas.microsoft.com/office/drawing/2014/main" id="{103D5339-577A-4B0A-B3D2-16D8C5D1FA00}"/>
              </a:ext>
            </a:extLst>
          </p:cNvPr>
          <p:cNvSpPr txBox="1"/>
          <p:nvPr/>
        </p:nvSpPr>
        <p:spPr>
          <a:xfrm>
            <a:off x="5201685" y="4259041"/>
            <a:ext cx="1491267" cy="584775"/>
          </a:xfrm>
          <a:prstGeom prst="rect">
            <a:avLst/>
          </a:prstGeom>
          <a:noFill/>
        </p:spPr>
        <p:txBody>
          <a:bodyPr wrap="square" rtlCol="0">
            <a:spAutoFit/>
          </a:bodyPr>
          <a:lstStyle/>
          <a:p>
            <a:pPr algn="ctr"/>
            <a:r>
              <a:rPr lang="zh-CN" altLang="en-US" sz="3200">
                <a:solidFill>
                  <a:srgbClr val="222A35"/>
                </a:solidFill>
                <a:latin typeface="Times New Roman" panose="02020603050405020304" pitchFamily="18" charset="0"/>
                <a:ea typeface="微软雅黑" panose="020B0503020204020204" pitchFamily="34" charset="-122"/>
                <a:cs typeface="+mn-ea"/>
                <a:sym typeface="Times New Roman" panose="02020603050405020304" pitchFamily="18" charset="0"/>
              </a:rPr>
              <a:t>吴亚兰</a:t>
            </a:r>
            <a:endParaRPr lang="zh-CN" altLang="en-US" sz="3200" dirty="0">
              <a:solidFill>
                <a:srgbClr val="222A35"/>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3245477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a:extLst>
              <a:ext uri="{FF2B5EF4-FFF2-40B4-BE49-F238E27FC236}">
                <a16:creationId xmlns:a16="http://schemas.microsoft.com/office/drawing/2014/main" id="{B15C2478-5AB4-4541-8008-6447EAA4B2AA}"/>
              </a:ext>
            </a:extLst>
          </p:cNvPr>
          <p:cNvSpPr txBox="1"/>
          <p:nvPr/>
        </p:nvSpPr>
        <p:spPr>
          <a:xfrm>
            <a:off x="688052" y="120440"/>
            <a:ext cx="51339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30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rPr>
              <a:t>题目</a:t>
            </a:r>
            <a:r>
              <a:rPr kumimoji="0" lang="en-US" altLang="zh-CN" sz="4000" b="1" i="0" u="none" strike="noStrike" kern="1200" cap="none" spc="30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rPr>
              <a:t>1</a:t>
            </a:r>
            <a:endParaRPr kumimoji="0" lang="zh-CN" altLang="en-US" sz="4000" b="1" i="0" u="none" strike="noStrike" kern="1200" cap="none" spc="30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66" name="组合 65">
            <a:extLst>
              <a:ext uri="{FF2B5EF4-FFF2-40B4-BE49-F238E27FC236}">
                <a16:creationId xmlns:a16="http://schemas.microsoft.com/office/drawing/2014/main" id="{6C8FB0F2-E609-4DAC-AB11-F95107BFE505}"/>
              </a:ext>
            </a:extLst>
          </p:cNvPr>
          <p:cNvGrpSpPr/>
          <p:nvPr/>
        </p:nvGrpSpPr>
        <p:grpSpPr>
          <a:xfrm flipV="1">
            <a:off x="770139" y="853746"/>
            <a:ext cx="2749438" cy="45719"/>
            <a:chOff x="7460342" y="1311756"/>
            <a:chExt cx="3581310" cy="0"/>
          </a:xfrm>
        </p:grpSpPr>
        <p:cxnSp>
          <p:nvCxnSpPr>
            <p:cNvPr id="67" name="直接连接符 66">
              <a:extLst>
                <a:ext uri="{FF2B5EF4-FFF2-40B4-BE49-F238E27FC236}">
                  <a16:creationId xmlns:a16="http://schemas.microsoft.com/office/drawing/2014/main" id="{0B974DCA-43CD-4CCE-AA3A-6B26A93AA425}"/>
                </a:ext>
              </a:extLst>
            </p:cNvPr>
            <p:cNvCxnSpPr>
              <a:cxnSpLocks/>
            </p:cNvCxnSpPr>
            <p:nvPr/>
          </p:nvCxnSpPr>
          <p:spPr>
            <a:xfrm>
              <a:off x="7460342" y="1311756"/>
              <a:ext cx="358131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文本框 3">
            <a:extLst>
              <a:ext uri="{FF2B5EF4-FFF2-40B4-BE49-F238E27FC236}">
                <a16:creationId xmlns:a16="http://schemas.microsoft.com/office/drawing/2014/main" id="{6C79DBAA-F82C-4842-AE90-38F47888E3CE}"/>
              </a:ext>
            </a:extLst>
          </p:cNvPr>
          <p:cNvSpPr txBox="1"/>
          <p:nvPr/>
        </p:nvSpPr>
        <p:spPr>
          <a:xfrm>
            <a:off x="688052" y="1231863"/>
            <a:ext cx="10450211" cy="3643241"/>
          </a:xfrm>
          <a:prstGeom prst="rect">
            <a:avLst/>
          </a:prstGeom>
          <a:noFill/>
        </p:spPr>
        <p:txBody>
          <a:bodyPr wrap="square" rtlCol="0">
            <a:spAutoFit/>
          </a:bodyPr>
          <a:lstStyle/>
          <a:p>
            <a:pPr marL="457200" indent="-457200" algn="just">
              <a:lnSpc>
                <a:spcPct val="150000"/>
              </a:lnSpc>
              <a:spcAft>
                <a:spcPts val="1200"/>
              </a:spcAft>
              <a:buFont typeface="+mj-lt"/>
              <a:buAutoNum type="arabicPeriod"/>
            </a:pPr>
            <a:r>
              <a:rPr lang="en-US" altLang="zh-CN" sz="2400" b="1"/>
              <a:t>RISC-V </a:t>
            </a:r>
            <a:r>
              <a:rPr lang="zh-CN" altLang="en-US" sz="2400" b="1"/>
              <a:t>架构的发展与应用</a:t>
            </a:r>
            <a:endParaRPr lang="en-US" altLang="zh-CN" sz="2400" b="1"/>
          </a:p>
          <a:p>
            <a:pPr marL="285750" indent="-285750" algn="just">
              <a:lnSpc>
                <a:spcPct val="200000"/>
              </a:lnSpc>
              <a:buFont typeface="Arial" panose="020B0604020202020204" pitchFamily="34" charset="0"/>
              <a:buChar char="•"/>
            </a:pPr>
            <a:r>
              <a:rPr lang="zh-CN" altLang="en-US" sz="2400"/>
              <a:t>介绍</a:t>
            </a:r>
            <a:r>
              <a:rPr lang="en-US" altLang="zh-CN" sz="2400"/>
              <a:t>RISC-V</a:t>
            </a:r>
            <a:r>
              <a:rPr lang="zh-CN" altLang="en-US" sz="2400"/>
              <a:t>架构的设计理念与指令集特点；</a:t>
            </a:r>
          </a:p>
          <a:p>
            <a:pPr marL="285750" indent="-285750" algn="just">
              <a:lnSpc>
                <a:spcPct val="200000"/>
              </a:lnSpc>
              <a:buFont typeface="Arial" panose="020B0604020202020204" pitchFamily="34" charset="0"/>
              <a:buChar char="•"/>
            </a:pPr>
            <a:r>
              <a:rPr lang="zh-CN" altLang="en-US" sz="2400"/>
              <a:t>对比</a:t>
            </a:r>
            <a:r>
              <a:rPr lang="en-US" altLang="zh-CN" sz="2400"/>
              <a:t>RISC-V</a:t>
            </a:r>
            <a:r>
              <a:rPr lang="zh-CN" altLang="en-US" sz="2400"/>
              <a:t>与传统的</a:t>
            </a:r>
            <a:r>
              <a:rPr lang="en-US" altLang="zh-CN" sz="2400"/>
              <a:t>x86</a:t>
            </a:r>
            <a:r>
              <a:rPr lang="zh-CN" altLang="en-US" sz="2400"/>
              <a:t>、</a:t>
            </a:r>
            <a:r>
              <a:rPr lang="en-US" altLang="zh-CN" sz="2400"/>
              <a:t>ARM</a:t>
            </a:r>
            <a:r>
              <a:rPr lang="zh-CN" altLang="en-US" sz="2400"/>
              <a:t>体系结构的异同；</a:t>
            </a:r>
            <a:endParaRPr lang="en-US" altLang="zh-CN" sz="2400"/>
          </a:p>
          <a:p>
            <a:pPr marL="285750" indent="-285750" algn="just">
              <a:lnSpc>
                <a:spcPct val="200000"/>
              </a:lnSpc>
              <a:buFont typeface="Arial" panose="020B0604020202020204" pitchFamily="34" charset="0"/>
              <a:buChar char="•"/>
            </a:pPr>
            <a:r>
              <a:rPr lang="zh-CN" altLang="en-US" sz="2400"/>
              <a:t>分析</a:t>
            </a:r>
            <a:r>
              <a:rPr lang="en-US" altLang="zh-CN" sz="2400"/>
              <a:t>RISC-V</a:t>
            </a:r>
            <a:r>
              <a:rPr lang="zh-CN" altLang="en-US" sz="2400"/>
              <a:t>在开源硬件、嵌入式系统或</a:t>
            </a:r>
            <a:r>
              <a:rPr lang="en-US" altLang="zh-CN" sz="2400"/>
              <a:t>AI</a:t>
            </a:r>
            <a:r>
              <a:rPr lang="zh-CN" altLang="en-US" sz="2400"/>
              <a:t>加速器中的实际应用案例；</a:t>
            </a:r>
            <a:endParaRPr lang="en-US" altLang="zh-CN" sz="2400"/>
          </a:p>
          <a:p>
            <a:pPr marL="285750" indent="-285750" algn="just">
              <a:lnSpc>
                <a:spcPct val="200000"/>
              </a:lnSpc>
              <a:buFont typeface="Arial" panose="020B0604020202020204" pitchFamily="34" charset="0"/>
              <a:buChar char="•"/>
            </a:pPr>
            <a:r>
              <a:rPr lang="zh-CN" altLang="en-US" sz="2400"/>
              <a:t>对未来适应新兴计算需求方面的发展趋势进行展望。</a:t>
            </a:r>
          </a:p>
        </p:txBody>
      </p:sp>
    </p:spTree>
    <p:extLst>
      <p:ext uri="{BB962C8B-B14F-4D97-AF65-F5344CB8AC3E}">
        <p14:creationId xmlns:p14="http://schemas.microsoft.com/office/powerpoint/2010/main" val="789116282"/>
      </p:ext>
    </p:extLst>
  </p:cSld>
  <p:clrMapOvr>
    <a:masterClrMapping/>
  </p:clrMapOvr>
  <mc:AlternateContent xmlns:mc="http://schemas.openxmlformats.org/markup-compatibility/2006" xmlns:p14="http://schemas.microsoft.com/office/powerpoint/2010/main">
    <mc:Choice Requires="p14">
      <p:transition spd="slow" p14:dur="2000" advTm="6056"/>
    </mc:Choice>
    <mc:Fallback xmlns="">
      <p:transition spd="slow" advTm="605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a:extLst>
              <a:ext uri="{FF2B5EF4-FFF2-40B4-BE49-F238E27FC236}">
                <a16:creationId xmlns:a16="http://schemas.microsoft.com/office/drawing/2014/main" id="{B15C2478-5AB4-4541-8008-6447EAA4B2AA}"/>
              </a:ext>
            </a:extLst>
          </p:cNvPr>
          <p:cNvSpPr txBox="1"/>
          <p:nvPr/>
        </p:nvSpPr>
        <p:spPr>
          <a:xfrm>
            <a:off x="688052" y="120440"/>
            <a:ext cx="51339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30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rPr>
              <a:t>题目</a:t>
            </a:r>
            <a:r>
              <a:rPr lang="en-US" altLang="zh-CN" sz="4000" b="1" spc="300">
                <a:solidFill>
                  <a:schemeClr val="accent1"/>
                </a:solidFill>
                <a:latin typeface="Times New Roman" panose="02020603050405020304" pitchFamily="18" charset="0"/>
                <a:ea typeface="微软雅黑" panose="020B0503020204020204" pitchFamily="34" charset="-122"/>
                <a:cs typeface="+mn-ea"/>
                <a:sym typeface="Times New Roman" panose="02020603050405020304" pitchFamily="18" charset="0"/>
              </a:rPr>
              <a:t>2</a:t>
            </a:r>
            <a:endParaRPr kumimoji="0" lang="zh-CN" altLang="en-US" sz="4000" b="1" i="0" u="none" strike="noStrike" kern="1200" cap="none" spc="30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66" name="组合 65">
            <a:extLst>
              <a:ext uri="{FF2B5EF4-FFF2-40B4-BE49-F238E27FC236}">
                <a16:creationId xmlns:a16="http://schemas.microsoft.com/office/drawing/2014/main" id="{6C8FB0F2-E609-4DAC-AB11-F95107BFE505}"/>
              </a:ext>
            </a:extLst>
          </p:cNvPr>
          <p:cNvGrpSpPr/>
          <p:nvPr/>
        </p:nvGrpSpPr>
        <p:grpSpPr>
          <a:xfrm flipV="1">
            <a:off x="770139" y="853746"/>
            <a:ext cx="2749438" cy="45719"/>
            <a:chOff x="7460342" y="1311756"/>
            <a:chExt cx="3581310" cy="0"/>
          </a:xfrm>
        </p:grpSpPr>
        <p:cxnSp>
          <p:nvCxnSpPr>
            <p:cNvPr id="67" name="直接连接符 66">
              <a:extLst>
                <a:ext uri="{FF2B5EF4-FFF2-40B4-BE49-F238E27FC236}">
                  <a16:creationId xmlns:a16="http://schemas.microsoft.com/office/drawing/2014/main" id="{0B974DCA-43CD-4CCE-AA3A-6B26A93AA425}"/>
                </a:ext>
              </a:extLst>
            </p:cNvPr>
            <p:cNvCxnSpPr>
              <a:cxnSpLocks/>
            </p:cNvCxnSpPr>
            <p:nvPr/>
          </p:nvCxnSpPr>
          <p:spPr>
            <a:xfrm>
              <a:off x="7460342" y="1311756"/>
              <a:ext cx="358131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文本框 3">
            <a:extLst>
              <a:ext uri="{FF2B5EF4-FFF2-40B4-BE49-F238E27FC236}">
                <a16:creationId xmlns:a16="http://schemas.microsoft.com/office/drawing/2014/main" id="{6C79DBAA-F82C-4842-AE90-38F47888E3CE}"/>
              </a:ext>
            </a:extLst>
          </p:cNvPr>
          <p:cNvSpPr txBox="1"/>
          <p:nvPr/>
        </p:nvSpPr>
        <p:spPr>
          <a:xfrm>
            <a:off x="688052" y="1265225"/>
            <a:ext cx="10450211" cy="4612738"/>
          </a:xfrm>
          <a:prstGeom prst="rect">
            <a:avLst/>
          </a:prstGeom>
          <a:noFill/>
        </p:spPr>
        <p:txBody>
          <a:bodyPr wrap="square" rtlCol="0">
            <a:spAutoFit/>
          </a:bodyPr>
          <a:lstStyle/>
          <a:p>
            <a:pPr marL="457200" indent="-457200" algn="just">
              <a:lnSpc>
                <a:spcPct val="150000"/>
              </a:lnSpc>
              <a:spcAft>
                <a:spcPts val="1200"/>
              </a:spcAft>
              <a:buFont typeface="+mj-lt"/>
              <a:buAutoNum type="arabicPeriod" startAt="2"/>
            </a:pPr>
            <a:r>
              <a:rPr lang="zh-CN" altLang="en-US" sz="2400" b="1"/>
              <a:t>流水线技术的发展历程与性能提升分析</a:t>
            </a:r>
            <a:endParaRPr lang="en-US" altLang="zh-CN" sz="2400" b="1"/>
          </a:p>
          <a:p>
            <a:pPr marL="342900" indent="-342900" algn="just">
              <a:lnSpc>
                <a:spcPct val="150000"/>
              </a:lnSpc>
              <a:buFont typeface="Arial" panose="020B0604020202020204" pitchFamily="34" charset="0"/>
              <a:buChar char="•"/>
            </a:pPr>
            <a:r>
              <a:rPr lang="zh-CN" altLang="en-US" sz="2400"/>
              <a:t>梳理微处理器流水线技术从早期简单流水线到现代复杂超标量、超流水线结构的</a:t>
            </a:r>
            <a:r>
              <a:rPr lang="zh-CN" altLang="en-US" sz="2400">
                <a:solidFill>
                  <a:srgbClr val="FF0000"/>
                </a:solidFill>
              </a:rPr>
              <a:t>发展脉络；</a:t>
            </a:r>
            <a:endParaRPr lang="zh-CN" altLang="en-US" sz="2400"/>
          </a:p>
          <a:p>
            <a:pPr marL="342900" indent="-342900" algn="just">
              <a:lnSpc>
                <a:spcPct val="150000"/>
              </a:lnSpc>
              <a:buFont typeface="Arial" panose="020B0604020202020204" pitchFamily="34" charset="0"/>
              <a:buChar char="•"/>
            </a:pPr>
            <a:r>
              <a:rPr lang="zh-CN" altLang="en-US" sz="2400"/>
              <a:t>详细说明不同阶段流水线的</a:t>
            </a:r>
            <a:r>
              <a:rPr lang="zh-CN" altLang="en-US" sz="2400">
                <a:solidFill>
                  <a:srgbClr val="FF0000"/>
                </a:solidFill>
              </a:rPr>
              <a:t>设计特点</a:t>
            </a:r>
            <a:r>
              <a:rPr lang="zh-CN" altLang="en-US" sz="2400"/>
              <a:t>，如流水线级数、功能段划分、数据冒险和控制冒险的处理方式等；</a:t>
            </a:r>
          </a:p>
          <a:p>
            <a:pPr marL="342900" indent="-342900" algn="just">
              <a:lnSpc>
                <a:spcPct val="150000"/>
              </a:lnSpc>
              <a:buFont typeface="Arial" panose="020B0604020202020204" pitchFamily="34" charset="0"/>
              <a:buChar char="•"/>
            </a:pPr>
            <a:r>
              <a:rPr lang="zh-CN" altLang="en-US" sz="2400"/>
              <a:t>探讨当前流水线技术</a:t>
            </a:r>
            <a:r>
              <a:rPr lang="zh-CN" altLang="en-US" sz="2400">
                <a:solidFill>
                  <a:srgbClr val="FF0000"/>
                </a:solidFill>
              </a:rPr>
              <a:t>面临的挑战</a:t>
            </a:r>
            <a:r>
              <a:rPr lang="zh-CN" altLang="en-US" sz="2400"/>
              <a:t>（如功耗问题、分支预测错误代价等）及应对措施；</a:t>
            </a:r>
          </a:p>
          <a:p>
            <a:pPr marL="342900" indent="-342900" algn="just">
              <a:lnSpc>
                <a:spcPct val="150000"/>
              </a:lnSpc>
              <a:buFont typeface="Arial" panose="020B0604020202020204" pitchFamily="34" charset="0"/>
              <a:buChar char="•"/>
            </a:pPr>
            <a:r>
              <a:rPr lang="zh-CN" altLang="en-US" sz="2400"/>
              <a:t>对未来流水线技术可能的突破方向进行展望。</a:t>
            </a:r>
          </a:p>
        </p:txBody>
      </p:sp>
    </p:spTree>
    <p:extLst>
      <p:ext uri="{BB962C8B-B14F-4D97-AF65-F5344CB8AC3E}">
        <p14:creationId xmlns:p14="http://schemas.microsoft.com/office/powerpoint/2010/main" val="136476913"/>
      </p:ext>
    </p:extLst>
  </p:cSld>
  <p:clrMapOvr>
    <a:masterClrMapping/>
  </p:clrMapOvr>
  <mc:AlternateContent xmlns:mc="http://schemas.openxmlformats.org/markup-compatibility/2006" xmlns:p14="http://schemas.microsoft.com/office/powerpoint/2010/main">
    <mc:Choice Requires="p14">
      <p:transition spd="slow" p14:dur="2000" advTm="6056"/>
    </mc:Choice>
    <mc:Fallback xmlns="">
      <p:transition spd="slow" advTm="605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a:extLst>
              <a:ext uri="{FF2B5EF4-FFF2-40B4-BE49-F238E27FC236}">
                <a16:creationId xmlns:a16="http://schemas.microsoft.com/office/drawing/2014/main" id="{B15C2478-5AB4-4541-8008-6447EAA4B2AA}"/>
              </a:ext>
            </a:extLst>
          </p:cNvPr>
          <p:cNvSpPr txBox="1"/>
          <p:nvPr/>
        </p:nvSpPr>
        <p:spPr>
          <a:xfrm>
            <a:off x="688052" y="120440"/>
            <a:ext cx="51339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30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rPr>
              <a:t>题目</a:t>
            </a:r>
            <a:r>
              <a:rPr kumimoji="0" lang="en-US" altLang="zh-CN" sz="4000" b="1" i="0" u="none" strike="noStrike" kern="1200" cap="none" spc="30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rPr>
              <a:t>3</a:t>
            </a:r>
            <a:endParaRPr kumimoji="0" lang="zh-CN" altLang="en-US" sz="4000" b="1" i="0" u="none" strike="noStrike" kern="1200" cap="none" spc="30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66" name="组合 65">
            <a:extLst>
              <a:ext uri="{FF2B5EF4-FFF2-40B4-BE49-F238E27FC236}">
                <a16:creationId xmlns:a16="http://schemas.microsoft.com/office/drawing/2014/main" id="{6C8FB0F2-E609-4DAC-AB11-F95107BFE505}"/>
              </a:ext>
            </a:extLst>
          </p:cNvPr>
          <p:cNvGrpSpPr/>
          <p:nvPr/>
        </p:nvGrpSpPr>
        <p:grpSpPr>
          <a:xfrm flipV="1">
            <a:off x="770139" y="853746"/>
            <a:ext cx="2749438" cy="45719"/>
            <a:chOff x="7460342" y="1311756"/>
            <a:chExt cx="3581310" cy="0"/>
          </a:xfrm>
        </p:grpSpPr>
        <p:cxnSp>
          <p:nvCxnSpPr>
            <p:cNvPr id="67" name="直接连接符 66">
              <a:extLst>
                <a:ext uri="{FF2B5EF4-FFF2-40B4-BE49-F238E27FC236}">
                  <a16:creationId xmlns:a16="http://schemas.microsoft.com/office/drawing/2014/main" id="{0B974DCA-43CD-4CCE-AA3A-6B26A93AA425}"/>
                </a:ext>
              </a:extLst>
            </p:cNvPr>
            <p:cNvCxnSpPr>
              <a:cxnSpLocks/>
            </p:cNvCxnSpPr>
            <p:nvPr/>
          </p:nvCxnSpPr>
          <p:spPr>
            <a:xfrm>
              <a:off x="7460342" y="1311756"/>
              <a:ext cx="358131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文本框 3">
            <a:extLst>
              <a:ext uri="{FF2B5EF4-FFF2-40B4-BE49-F238E27FC236}">
                <a16:creationId xmlns:a16="http://schemas.microsoft.com/office/drawing/2014/main" id="{6C79DBAA-F82C-4842-AE90-38F47888E3CE}"/>
              </a:ext>
            </a:extLst>
          </p:cNvPr>
          <p:cNvSpPr txBox="1"/>
          <p:nvPr/>
        </p:nvSpPr>
        <p:spPr>
          <a:xfrm>
            <a:off x="688052" y="1092525"/>
            <a:ext cx="10450211" cy="4566571"/>
          </a:xfrm>
          <a:prstGeom prst="rect">
            <a:avLst/>
          </a:prstGeom>
          <a:noFill/>
        </p:spPr>
        <p:txBody>
          <a:bodyPr wrap="square" rtlCol="0">
            <a:spAutoFit/>
          </a:bodyPr>
          <a:lstStyle/>
          <a:p>
            <a:pPr marL="457200" indent="-457200" algn="just">
              <a:lnSpc>
                <a:spcPct val="200000"/>
              </a:lnSpc>
              <a:spcAft>
                <a:spcPts val="1200"/>
              </a:spcAft>
              <a:buFont typeface="+mj-lt"/>
              <a:buAutoNum type="arabicPeriod" startAt="3"/>
            </a:pPr>
            <a:r>
              <a:rPr lang="zh-CN" altLang="en-US" sz="2400" b="1"/>
              <a:t>面向人工智能的专用计算架构（如</a:t>
            </a:r>
            <a:r>
              <a:rPr lang="en-US" altLang="zh-CN" sz="2400" b="1"/>
              <a:t>TPU</a:t>
            </a:r>
            <a:r>
              <a:rPr lang="zh-CN" altLang="en-US" sz="2400" b="1"/>
              <a:t>、</a:t>
            </a:r>
            <a:r>
              <a:rPr lang="en-US" altLang="zh-CN" sz="2400" b="1"/>
              <a:t>NPU</a:t>
            </a:r>
            <a:r>
              <a:rPr lang="zh-CN" altLang="en-US" sz="2400" b="1"/>
              <a:t>）的设计与优化</a:t>
            </a:r>
          </a:p>
          <a:p>
            <a:pPr marL="285750" indent="-285750" algn="just">
              <a:lnSpc>
                <a:spcPct val="200000"/>
              </a:lnSpc>
              <a:buFont typeface="Arial" panose="020B0604020202020204" pitchFamily="34" charset="0"/>
              <a:buChar char="•"/>
            </a:pPr>
            <a:r>
              <a:rPr lang="zh-CN" altLang="en-US" sz="2400"/>
              <a:t>介绍</a:t>
            </a:r>
            <a:r>
              <a:rPr lang="en-US" altLang="zh-CN" sz="2400"/>
              <a:t>AI</a:t>
            </a:r>
            <a:r>
              <a:rPr lang="zh-CN" altLang="en-US" sz="2400"/>
              <a:t>加速器的体系结构特点（如矩阵乘单元、片上存储结构、数据复用策略）；</a:t>
            </a:r>
            <a:endParaRPr lang="en-US" altLang="zh-CN" sz="2400"/>
          </a:p>
          <a:p>
            <a:pPr marL="285750" indent="-285750" algn="just">
              <a:lnSpc>
                <a:spcPct val="200000"/>
              </a:lnSpc>
              <a:buFont typeface="Arial" panose="020B0604020202020204" pitchFamily="34" charset="0"/>
              <a:buChar char="•"/>
            </a:pPr>
            <a:r>
              <a:rPr lang="zh-CN" altLang="en-US" sz="2400"/>
              <a:t>分析其在吞吐量、能效、延迟方面的优化策略；</a:t>
            </a:r>
            <a:endParaRPr lang="en-US" altLang="zh-CN" sz="2400"/>
          </a:p>
          <a:p>
            <a:pPr marL="285750" indent="-285750" algn="just">
              <a:lnSpc>
                <a:spcPct val="200000"/>
              </a:lnSpc>
              <a:buFont typeface="Arial" panose="020B0604020202020204" pitchFamily="34" charset="0"/>
              <a:buChar char="•"/>
            </a:pPr>
            <a:r>
              <a:rPr lang="zh-CN" altLang="en-US" sz="2400"/>
              <a:t>对比通用</a:t>
            </a:r>
            <a:r>
              <a:rPr lang="en-US" altLang="zh-CN" sz="2400"/>
              <a:t>CPU/GPU</a:t>
            </a:r>
            <a:r>
              <a:rPr lang="zh-CN" altLang="en-US" sz="2400"/>
              <a:t>与</a:t>
            </a:r>
            <a:r>
              <a:rPr lang="en-US" altLang="zh-CN" sz="2400"/>
              <a:t>AI</a:t>
            </a:r>
            <a:r>
              <a:rPr lang="zh-CN" altLang="en-US" sz="2400"/>
              <a:t>专用架构的差异与适用场景；</a:t>
            </a:r>
            <a:endParaRPr lang="en-US" altLang="zh-CN" sz="2400"/>
          </a:p>
          <a:p>
            <a:pPr marL="285750" indent="-285750" algn="just">
              <a:lnSpc>
                <a:spcPct val="200000"/>
              </a:lnSpc>
              <a:buFont typeface="Arial" panose="020B0604020202020204" pitchFamily="34" charset="0"/>
              <a:buChar char="•"/>
            </a:pPr>
            <a:r>
              <a:rPr lang="zh-CN" altLang="en-US" sz="2400"/>
              <a:t>可选探讨方向：边缘</a:t>
            </a:r>
            <a:r>
              <a:rPr lang="en-US" altLang="zh-CN" sz="2400"/>
              <a:t>AI</a:t>
            </a:r>
            <a:r>
              <a:rPr lang="zh-CN" altLang="en-US" sz="2400"/>
              <a:t>芯片、量化与稀疏计算的硬件支持。</a:t>
            </a:r>
          </a:p>
        </p:txBody>
      </p:sp>
    </p:spTree>
    <p:extLst>
      <p:ext uri="{BB962C8B-B14F-4D97-AF65-F5344CB8AC3E}">
        <p14:creationId xmlns:p14="http://schemas.microsoft.com/office/powerpoint/2010/main" val="4207066029"/>
      </p:ext>
    </p:extLst>
  </p:cSld>
  <p:clrMapOvr>
    <a:masterClrMapping/>
  </p:clrMapOvr>
  <mc:AlternateContent xmlns:mc="http://schemas.openxmlformats.org/markup-compatibility/2006" xmlns:p14="http://schemas.microsoft.com/office/powerpoint/2010/main">
    <mc:Choice Requires="p14">
      <p:transition spd="slow" p14:dur="2000" advTm="6056"/>
    </mc:Choice>
    <mc:Fallback xmlns="">
      <p:transition spd="slow" advTm="605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a:extLst>
              <a:ext uri="{FF2B5EF4-FFF2-40B4-BE49-F238E27FC236}">
                <a16:creationId xmlns:a16="http://schemas.microsoft.com/office/drawing/2014/main" id="{B15C2478-5AB4-4541-8008-6447EAA4B2AA}"/>
              </a:ext>
            </a:extLst>
          </p:cNvPr>
          <p:cNvSpPr txBox="1"/>
          <p:nvPr/>
        </p:nvSpPr>
        <p:spPr>
          <a:xfrm>
            <a:off x="688052" y="120440"/>
            <a:ext cx="51339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30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rPr>
              <a:t>题目</a:t>
            </a:r>
            <a:r>
              <a:rPr kumimoji="0" lang="en-US" altLang="zh-CN" sz="4000" b="1" i="0" u="none" strike="noStrike" kern="1200" cap="none" spc="30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rPr>
              <a:t>4</a:t>
            </a:r>
            <a:endParaRPr kumimoji="0" lang="zh-CN" altLang="en-US" sz="4000" b="1" i="0" u="none" strike="noStrike" kern="1200" cap="none" spc="30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66" name="组合 65">
            <a:extLst>
              <a:ext uri="{FF2B5EF4-FFF2-40B4-BE49-F238E27FC236}">
                <a16:creationId xmlns:a16="http://schemas.microsoft.com/office/drawing/2014/main" id="{6C8FB0F2-E609-4DAC-AB11-F95107BFE505}"/>
              </a:ext>
            </a:extLst>
          </p:cNvPr>
          <p:cNvGrpSpPr/>
          <p:nvPr/>
        </p:nvGrpSpPr>
        <p:grpSpPr>
          <a:xfrm flipV="1">
            <a:off x="770139" y="853746"/>
            <a:ext cx="2749438" cy="45719"/>
            <a:chOff x="7460342" y="1311756"/>
            <a:chExt cx="3581310" cy="0"/>
          </a:xfrm>
        </p:grpSpPr>
        <p:cxnSp>
          <p:nvCxnSpPr>
            <p:cNvPr id="67" name="直接连接符 66">
              <a:extLst>
                <a:ext uri="{FF2B5EF4-FFF2-40B4-BE49-F238E27FC236}">
                  <a16:creationId xmlns:a16="http://schemas.microsoft.com/office/drawing/2014/main" id="{0B974DCA-43CD-4CCE-AA3A-6B26A93AA425}"/>
                </a:ext>
              </a:extLst>
            </p:cNvPr>
            <p:cNvCxnSpPr>
              <a:cxnSpLocks/>
            </p:cNvCxnSpPr>
            <p:nvPr/>
          </p:nvCxnSpPr>
          <p:spPr>
            <a:xfrm>
              <a:off x="7460342" y="1311756"/>
              <a:ext cx="358131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文本框 3">
            <a:extLst>
              <a:ext uri="{FF2B5EF4-FFF2-40B4-BE49-F238E27FC236}">
                <a16:creationId xmlns:a16="http://schemas.microsoft.com/office/drawing/2014/main" id="{6C79DBAA-F82C-4842-AE90-38F47888E3CE}"/>
              </a:ext>
            </a:extLst>
          </p:cNvPr>
          <p:cNvSpPr txBox="1"/>
          <p:nvPr/>
        </p:nvSpPr>
        <p:spPr>
          <a:xfrm>
            <a:off x="770139" y="1150231"/>
            <a:ext cx="10450211" cy="4808304"/>
          </a:xfrm>
          <a:prstGeom prst="rect">
            <a:avLst/>
          </a:prstGeom>
          <a:noFill/>
        </p:spPr>
        <p:txBody>
          <a:bodyPr wrap="square" rtlCol="0">
            <a:spAutoFit/>
          </a:bodyPr>
          <a:lstStyle/>
          <a:p>
            <a:pPr marL="457200" indent="-457200" algn="just">
              <a:lnSpc>
                <a:spcPct val="150000"/>
              </a:lnSpc>
              <a:spcAft>
                <a:spcPts val="1200"/>
              </a:spcAft>
              <a:buFont typeface="+mj-lt"/>
              <a:buAutoNum type="arabicPeriod" startAt="4"/>
            </a:pPr>
            <a:r>
              <a:rPr lang="zh-CN" altLang="en-US" sz="2000" b="1"/>
              <a:t>计算机体系结构中的并行处理技术发展与比较</a:t>
            </a:r>
            <a:endParaRPr lang="zh-CN" altLang="en-US" sz="2000"/>
          </a:p>
          <a:p>
            <a:pPr marL="285750" indent="-285750" algn="just">
              <a:lnSpc>
                <a:spcPct val="150000"/>
              </a:lnSpc>
              <a:buFont typeface="Arial" panose="020B0604020202020204" pitchFamily="34" charset="0"/>
              <a:buChar char="•"/>
            </a:pPr>
            <a:r>
              <a:rPr lang="zh-CN" altLang="en-US" sz="2000"/>
              <a:t>梳理计算机体系结构中并行处理技术的</a:t>
            </a:r>
            <a:r>
              <a:rPr lang="zh-CN" altLang="en-US" sz="2000">
                <a:solidFill>
                  <a:srgbClr val="FF0000"/>
                </a:solidFill>
              </a:rPr>
              <a:t>发展历程</a:t>
            </a:r>
            <a:r>
              <a:rPr lang="zh-CN" altLang="en-US" sz="2000"/>
              <a:t>，从早期的简单并行计算模式到现代的多核、众核、分布式并行处理架构等；</a:t>
            </a:r>
          </a:p>
          <a:p>
            <a:pPr marL="285750" indent="-285750" algn="just">
              <a:lnSpc>
                <a:spcPct val="150000"/>
              </a:lnSpc>
              <a:buFont typeface="Arial" panose="020B0604020202020204" pitchFamily="34" charset="0"/>
              <a:buChar char="•"/>
            </a:pPr>
            <a:r>
              <a:rPr lang="zh-CN" altLang="en-US" sz="2000"/>
              <a:t>详细阐述不同并行处理技术的</a:t>
            </a:r>
            <a:r>
              <a:rPr lang="zh-CN" altLang="en-US" sz="2000">
                <a:solidFill>
                  <a:srgbClr val="FF0000"/>
                </a:solidFill>
              </a:rPr>
              <a:t>核心原理与特点</a:t>
            </a:r>
            <a:r>
              <a:rPr lang="zh-CN" altLang="en-US" sz="2000"/>
              <a:t>，例如多核处理器的缓存一致性机制、分布式计算系统中的通信协议与同步方法等；</a:t>
            </a:r>
          </a:p>
          <a:p>
            <a:pPr marL="285750" indent="-285750" algn="just">
              <a:lnSpc>
                <a:spcPct val="150000"/>
              </a:lnSpc>
              <a:buFont typeface="Arial" panose="020B0604020202020204" pitchFamily="34" charset="0"/>
              <a:buChar char="•"/>
            </a:pPr>
            <a:r>
              <a:rPr lang="zh-CN" altLang="en-US" sz="2000"/>
              <a:t>对</a:t>
            </a:r>
            <a:r>
              <a:rPr lang="zh-CN" altLang="en-US" sz="2000">
                <a:solidFill>
                  <a:srgbClr val="FF0000"/>
                </a:solidFill>
              </a:rPr>
              <a:t>至少三种</a:t>
            </a:r>
            <a:r>
              <a:rPr lang="zh-CN" altLang="en-US" sz="2000"/>
              <a:t>不同类型的并行处理技术（如对称多处理机 </a:t>
            </a:r>
            <a:r>
              <a:rPr lang="en-US" altLang="zh-CN" sz="2000"/>
              <a:t>SMP</a:t>
            </a:r>
            <a:r>
              <a:rPr lang="zh-CN" altLang="en-US" sz="2000"/>
              <a:t>、大规模并行处理机 </a:t>
            </a:r>
            <a:r>
              <a:rPr lang="en-US" altLang="zh-CN" sz="2000"/>
              <a:t>MPP</a:t>
            </a:r>
            <a:r>
              <a:rPr lang="zh-CN" altLang="en-US" sz="2000"/>
              <a:t>、集群计算等）进行性能比较，包括在计算能力、可扩展性、能耗效率、容错性等方面的对比分析；</a:t>
            </a:r>
          </a:p>
          <a:p>
            <a:pPr marL="285750" indent="-285750" algn="just">
              <a:lnSpc>
                <a:spcPct val="150000"/>
              </a:lnSpc>
              <a:buFont typeface="Arial" panose="020B0604020202020204" pitchFamily="34" charset="0"/>
              <a:buChar char="•"/>
            </a:pPr>
            <a:r>
              <a:rPr lang="zh-CN" altLang="en-US" sz="2000"/>
              <a:t>对未来并行处理技术在计算机体系结构中的发展方向进行预测，考虑新兴技术（如量子计算、光子计算等）对并行处理概念与实现方式可能带来的变革与影响。</a:t>
            </a:r>
          </a:p>
        </p:txBody>
      </p:sp>
    </p:spTree>
    <p:extLst>
      <p:ext uri="{BB962C8B-B14F-4D97-AF65-F5344CB8AC3E}">
        <p14:creationId xmlns:p14="http://schemas.microsoft.com/office/powerpoint/2010/main" val="2190002633"/>
      </p:ext>
    </p:extLst>
  </p:cSld>
  <p:clrMapOvr>
    <a:masterClrMapping/>
  </p:clrMapOvr>
  <mc:AlternateContent xmlns:mc="http://schemas.openxmlformats.org/markup-compatibility/2006" xmlns:p14="http://schemas.microsoft.com/office/powerpoint/2010/main">
    <mc:Choice Requires="p14">
      <p:transition spd="slow" p14:dur="2000" advTm="6056"/>
    </mc:Choice>
    <mc:Fallback xmlns="">
      <p:transition spd="slow" advTm="605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a:extLst>
              <a:ext uri="{FF2B5EF4-FFF2-40B4-BE49-F238E27FC236}">
                <a16:creationId xmlns:a16="http://schemas.microsoft.com/office/drawing/2014/main" id="{B15C2478-5AB4-4541-8008-6447EAA4B2AA}"/>
              </a:ext>
            </a:extLst>
          </p:cNvPr>
          <p:cNvSpPr txBox="1"/>
          <p:nvPr/>
        </p:nvSpPr>
        <p:spPr>
          <a:xfrm>
            <a:off x="688052" y="120440"/>
            <a:ext cx="51339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30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rPr>
              <a:t>题目</a:t>
            </a:r>
            <a:r>
              <a:rPr lang="en-US" altLang="zh-CN" sz="4000" b="1" spc="300">
                <a:solidFill>
                  <a:schemeClr val="accent1"/>
                </a:solidFill>
                <a:latin typeface="Times New Roman" panose="02020603050405020304" pitchFamily="18" charset="0"/>
                <a:ea typeface="微软雅黑" panose="020B0503020204020204" pitchFamily="34" charset="-122"/>
                <a:cs typeface="+mn-ea"/>
                <a:sym typeface="Times New Roman" panose="02020603050405020304" pitchFamily="18" charset="0"/>
              </a:rPr>
              <a:t>5</a:t>
            </a:r>
            <a:endParaRPr kumimoji="0" lang="zh-CN" altLang="en-US" sz="4000" b="1" i="0" u="none" strike="noStrike" kern="1200" cap="none" spc="30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66" name="组合 65">
            <a:extLst>
              <a:ext uri="{FF2B5EF4-FFF2-40B4-BE49-F238E27FC236}">
                <a16:creationId xmlns:a16="http://schemas.microsoft.com/office/drawing/2014/main" id="{6C8FB0F2-E609-4DAC-AB11-F95107BFE505}"/>
              </a:ext>
            </a:extLst>
          </p:cNvPr>
          <p:cNvGrpSpPr/>
          <p:nvPr/>
        </p:nvGrpSpPr>
        <p:grpSpPr>
          <a:xfrm flipV="1">
            <a:off x="770139" y="853746"/>
            <a:ext cx="2749438" cy="45719"/>
            <a:chOff x="7460342" y="1311756"/>
            <a:chExt cx="3581310" cy="0"/>
          </a:xfrm>
        </p:grpSpPr>
        <p:cxnSp>
          <p:nvCxnSpPr>
            <p:cNvPr id="67" name="直接连接符 66">
              <a:extLst>
                <a:ext uri="{FF2B5EF4-FFF2-40B4-BE49-F238E27FC236}">
                  <a16:creationId xmlns:a16="http://schemas.microsoft.com/office/drawing/2014/main" id="{0B974DCA-43CD-4CCE-AA3A-6B26A93AA425}"/>
                </a:ext>
              </a:extLst>
            </p:cNvPr>
            <p:cNvCxnSpPr>
              <a:cxnSpLocks/>
            </p:cNvCxnSpPr>
            <p:nvPr/>
          </p:nvCxnSpPr>
          <p:spPr>
            <a:xfrm>
              <a:off x="7460342" y="1311756"/>
              <a:ext cx="358131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文本框 3">
            <a:extLst>
              <a:ext uri="{FF2B5EF4-FFF2-40B4-BE49-F238E27FC236}">
                <a16:creationId xmlns:a16="http://schemas.microsoft.com/office/drawing/2014/main" id="{6C79DBAA-F82C-4842-AE90-38F47888E3CE}"/>
              </a:ext>
            </a:extLst>
          </p:cNvPr>
          <p:cNvSpPr txBox="1"/>
          <p:nvPr/>
        </p:nvSpPr>
        <p:spPr>
          <a:xfrm>
            <a:off x="770139" y="1150231"/>
            <a:ext cx="10450211" cy="5269969"/>
          </a:xfrm>
          <a:prstGeom prst="rect">
            <a:avLst/>
          </a:prstGeom>
          <a:noFill/>
        </p:spPr>
        <p:txBody>
          <a:bodyPr wrap="square" rtlCol="0">
            <a:spAutoFit/>
          </a:bodyPr>
          <a:lstStyle/>
          <a:p>
            <a:pPr marL="457200" indent="-457200" algn="just">
              <a:lnSpc>
                <a:spcPct val="150000"/>
              </a:lnSpc>
              <a:spcAft>
                <a:spcPts val="1200"/>
              </a:spcAft>
              <a:buFont typeface="+mj-lt"/>
              <a:buAutoNum type="arabicPeriod" startAt="5"/>
            </a:pPr>
            <a:r>
              <a:rPr lang="zh-CN" altLang="en-US" sz="2000" b="1"/>
              <a:t>异构计算体系结构发展与应用</a:t>
            </a:r>
            <a:endParaRPr lang="zh-CN" altLang="en-US" sz="2000"/>
          </a:p>
          <a:p>
            <a:pPr marL="285750" indent="-285750" algn="just">
              <a:lnSpc>
                <a:spcPct val="150000"/>
              </a:lnSpc>
              <a:buFont typeface="Arial" panose="020B0604020202020204" pitchFamily="34" charset="0"/>
              <a:buChar char="•"/>
            </a:pPr>
            <a:r>
              <a:rPr lang="zh-CN" altLang="en-US" sz="2000"/>
              <a:t>介绍异构计算体系结构的</a:t>
            </a:r>
            <a:r>
              <a:rPr lang="zh-CN" altLang="en-US" sz="2000">
                <a:solidFill>
                  <a:srgbClr val="FF0000"/>
                </a:solidFill>
              </a:rPr>
              <a:t>概念</a:t>
            </a:r>
            <a:r>
              <a:rPr lang="zh-CN" altLang="en-US" sz="2000"/>
              <a:t>，包括常见的异构计算组件（如 </a:t>
            </a:r>
            <a:r>
              <a:rPr lang="en-US" altLang="zh-CN" sz="2000"/>
              <a:t>CPU</a:t>
            </a:r>
            <a:r>
              <a:rPr lang="zh-CN" altLang="en-US" sz="2000"/>
              <a:t>、</a:t>
            </a:r>
            <a:r>
              <a:rPr lang="en-US" altLang="zh-CN" sz="2000"/>
              <a:t>GPU</a:t>
            </a:r>
            <a:r>
              <a:rPr lang="zh-CN" altLang="en-US" sz="2000"/>
              <a:t>、</a:t>
            </a:r>
            <a:r>
              <a:rPr lang="en-US" altLang="zh-CN" sz="2000"/>
              <a:t>FPGA </a:t>
            </a:r>
            <a:r>
              <a:rPr lang="zh-CN" altLang="en-US" sz="2000"/>
              <a:t>等）及其各自的特点与功能。</a:t>
            </a:r>
          </a:p>
          <a:p>
            <a:pPr marL="285750" indent="-285750" algn="just">
              <a:lnSpc>
                <a:spcPct val="150000"/>
              </a:lnSpc>
              <a:buFont typeface="Arial" panose="020B0604020202020204" pitchFamily="34" charset="0"/>
              <a:buChar char="•"/>
            </a:pPr>
            <a:r>
              <a:rPr lang="zh-CN" altLang="en-US" sz="2000"/>
              <a:t>针对</a:t>
            </a:r>
            <a:r>
              <a:rPr lang="zh-CN" altLang="en-US" sz="2000">
                <a:solidFill>
                  <a:srgbClr val="FF0000"/>
                </a:solidFill>
              </a:rPr>
              <a:t>某一特定领域</a:t>
            </a:r>
            <a:r>
              <a:rPr lang="zh-CN" altLang="en-US" sz="2000"/>
              <a:t>（如人工智能、图形图像处理、科学计算等），详细阐述异构计算体系结构如何应用于该领域的典型任务或算法，例如在深度学习中 </a:t>
            </a:r>
            <a:r>
              <a:rPr lang="en-US" altLang="zh-CN" sz="2000"/>
              <a:t>GPU </a:t>
            </a:r>
            <a:r>
              <a:rPr lang="zh-CN" altLang="en-US" sz="2000"/>
              <a:t>如何加速神经网络训练过程。</a:t>
            </a:r>
          </a:p>
          <a:p>
            <a:pPr marL="285750" indent="-285750" algn="just">
              <a:lnSpc>
                <a:spcPct val="150000"/>
              </a:lnSpc>
              <a:buFont typeface="Arial" panose="020B0604020202020204" pitchFamily="34" charset="0"/>
              <a:buChar char="•"/>
            </a:pPr>
            <a:r>
              <a:rPr lang="zh-CN" altLang="en-US" sz="2000"/>
              <a:t>分析在该领域应用异构计算时面临的</a:t>
            </a:r>
            <a:r>
              <a:rPr lang="zh-CN" altLang="en-US" sz="2000">
                <a:solidFill>
                  <a:srgbClr val="FF0000"/>
                </a:solidFill>
              </a:rPr>
              <a:t>性能瓶颈与挑战</a:t>
            </a:r>
            <a:r>
              <a:rPr lang="zh-CN" altLang="en-US" sz="2000"/>
              <a:t>，如数据传输延迟、不同组件间的协同调度问题等。</a:t>
            </a:r>
          </a:p>
          <a:p>
            <a:pPr marL="285750" indent="-285750" algn="just">
              <a:lnSpc>
                <a:spcPct val="150000"/>
              </a:lnSpc>
              <a:buFont typeface="Arial" panose="020B0604020202020204" pitchFamily="34" charset="0"/>
              <a:buChar char="•"/>
            </a:pPr>
            <a:r>
              <a:rPr lang="zh-CN" altLang="en-US" sz="2000"/>
              <a:t>探讨针对特定领域异构计算体系结构的</a:t>
            </a:r>
            <a:r>
              <a:rPr lang="zh-CN" altLang="en-US" sz="2000">
                <a:solidFill>
                  <a:srgbClr val="FF0000"/>
                </a:solidFill>
              </a:rPr>
              <a:t>优化策略与方法</a:t>
            </a:r>
            <a:r>
              <a:rPr lang="zh-CN" altLang="en-US" sz="2000"/>
              <a:t>，包括硬件层面（如硬件连接优化、组件选型搭配）和软件层面（如编程模型优化、任务分配算法改进）的措施。</a:t>
            </a:r>
          </a:p>
          <a:p>
            <a:pPr marL="285750" indent="-285750" algn="just">
              <a:lnSpc>
                <a:spcPct val="150000"/>
              </a:lnSpc>
              <a:buFont typeface="Arial" panose="020B0604020202020204" pitchFamily="34" charset="0"/>
              <a:buChar char="•"/>
            </a:pPr>
            <a:r>
              <a:rPr lang="zh-CN" altLang="en-US" sz="2000"/>
              <a:t>探讨异构计算体系结构在该特定领域未来的发展趋势。</a:t>
            </a:r>
          </a:p>
        </p:txBody>
      </p:sp>
    </p:spTree>
    <p:extLst>
      <p:ext uri="{BB962C8B-B14F-4D97-AF65-F5344CB8AC3E}">
        <p14:creationId xmlns:p14="http://schemas.microsoft.com/office/powerpoint/2010/main" val="3951428639"/>
      </p:ext>
    </p:extLst>
  </p:cSld>
  <p:clrMapOvr>
    <a:masterClrMapping/>
  </p:clrMapOvr>
  <mc:AlternateContent xmlns:mc="http://schemas.openxmlformats.org/markup-compatibility/2006" xmlns:p14="http://schemas.microsoft.com/office/powerpoint/2010/main">
    <mc:Choice Requires="p14">
      <p:transition spd="slow" p14:dur="2000" advTm="6056"/>
    </mc:Choice>
    <mc:Fallback xmlns="">
      <p:transition spd="slow" advTm="605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文本框 37">
            <a:extLst>
              <a:ext uri="{FF2B5EF4-FFF2-40B4-BE49-F238E27FC236}">
                <a16:creationId xmlns:a16="http://schemas.microsoft.com/office/drawing/2014/main" id="{B15C2478-5AB4-4541-8008-6447EAA4B2AA}"/>
              </a:ext>
            </a:extLst>
          </p:cNvPr>
          <p:cNvSpPr txBox="1"/>
          <p:nvPr/>
        </p:nvSpPr>
        <p:spPr>
          <a:xfrm>
            <a:off x="688052" y="120440"/>
            <a:ext cx="5133907"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300" normalizeH="0" baseline="0" noProof="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rPr>
              <a:t>要求</a:t>
            </a:r>
            <a:endParaRPr kumimoji="0" lang="zh-CN" altLang="en-US" sz="4000" b="1" i="0" u="none" strike="noStrike" kern="1200" cap="none" spc="300" normalizeH="0" baseline="0" noProof="0" dirty="0">
              <a:ln>
                <a:noFill/>
              </a:ln>
              <a:solidFill>
                <a:schemeClr val="accent1"/>
              </a:solidFill>
              <a:effectLst/>
              <a:uLnTx/>
              <a:uFillTx/>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grpSp>
        <p:nvGrpSpPr>
          <p:cNvPr id="66" name="组合 65">
            <a:extLst>
              <a:ext uri="{FF2B5EF4-FFF2-40B4-BE49-F238E27FC236}">
                <a16:creationId xmlns:a16="http://schemas.microsoft.com/office/drawing/2014/main" id="{6C8FB0F2-E609-4DAC-AB11-F95107BFE505}"/>
              </a:ext>
            </a:extLst>
          </p:cNvPr>
          <p:cNvGrpSpPr/>
          <p:nvPr/>
        </p:nvGrpSpPr>
        <p:grpSpPr>
          <a:xfrm flipV="1">
            <a:off x="770139" y="853746"/>
            <a:ext cx="2749438" cy="45719"/>
            <a:chOff x="7460342" y="1311756"/>
            <a:chExt cx="3581310" cy="0"/>
          </a:xfrm>
        </p:grpSpPr>
        <p:cxnSp>
          <p:nvCxnSpPr>
            <p:cNvPr id="67" name="直接连接符 66">
              <a:extLst>
                <a:ext uri="{FF2B5EF4-FFF2-40B4-BE49-F238E27FC236}">
                  <a16:creationId xmlns:a16="http://schemas.microsoft.com/office/drawing/2014/main" id="{0B974DCA-43CD-4CCE-AA3A-6B26A93AA425}"/>
                </a:ext>
              </a:extLst>
            </p:cNvPr>
            <p:cNvCxnSpPr>
              <a:cxnSpLocks/>
            </p:cNvCxnSpPr>
            <p:nvPr/>
          </p:nvCxnSpPr>
          <p:spPr>
            <a:xfrm>
              <a:off x="7460342" y="1311756"/>
              <a:ext cx="358131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7" name="文本框 6">
            <a:extLst>
              <a:ext uri="{FF2B5EF4-FFF2-40B4-BE49-F238E27FC236}">
                <a16:creationId xmlns:a16="http://schemas.microsoft.com/office/drawing/2014/main" id="{F1F786D7-24F8-4B04-9B71-45CC525D24BF}"/>
              </a:ext>
            </a:extLst>
          </p:cNvPr>
          <p:cNvSpPr txBox="1"/>
          <p:nvPr/>
        </p:nvSpPr>
        <p:spPr>
          <a:xfrm>
            <a:off x="770139" y="1056976"/>
            <a:ext cx="10211370" cy="2796407"/>
          </a:xfrm>
          <a:prstGeom prst="rect">
            <a:avLst/>
          </a:prstGeom>
          <a:noFill/>
        </p:spPr>
        <p:txBody>
          <a:bodyPr wrap="square" rtlCol="0">
            <a:spAutoFit/>
          </a:bodyPr>
          <a:lstStyle/>
          <a:p>
            <a:pPr algn="just">
              <a:lnSpc>
                <a:spcPct val="150000"/>
              </a:lnSpc>
            </a:pPr>
            <a:r>
              <a:rPr lang="zh-CN" altLang="en-US" sz="2400">
                <a:latin typeface="Arial" panose="020B0604020202020204" pitchFamily="34" charset="0"/>
                <a:ea typeface="微软雅黑" panose="020B0503020204020204" pitchFamily="34" charset="-122"/>
                <a:cs typeface="+mn-ea"/>
                <a:sym typeface="Arial" panose="020B0604020202020204" pitchFamily="34" charset="0"/>
              </a:rPr>
              <a:t>考核方式：提交课程</a:t>
            </a:r>
            <a:r>
              <a:rPr lang="zh-CN" altLang="en-US" sz="2400" b="1">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rPr>
              <a:t>报告纸质版</a:t>
            </a:r>
            <a:endParaRPr lang="en-US" altLang="zh-CN" sz="2400" b="1">
              <a:solidFill>
                <a:schemeClr val="accent1"/>
              </a:solidFill>
              <a:latin typeface="Arial" panose="020B0604020202020204" pitchFamily="34" charset="0"/>
              <a:ea typeface="微软雅黑" panose="020B0503020204020204" pitchFamily="34" charset="-122"/>
              <a:cs typeface="+mn-ea"/>
              <a:sym typeface="Arial" panose="020B0604020202020204" pitchFamily="34" charset="0"/>
            </a:endParaRPr>
          </a:p>
          <a:p>
            <a:pPr marL="342900" indent="-342900" algn="just">
              <a:lnSpc>
                <a:spcPct val="150000"/>
              </a:lnSpc>
              <a:buFont typeface="Wingdings" panose="05000000000000000000" pitchFamily="2" charset="2"/>
              <a:buChar char="Ø"/>
            </a:pPr>
            <a:r>
              <a:rPr lang="zh-CN" altLang="en-US" sz="2400">
                <a:latin typeface="Arial" panose="020B0604020202020204" pitchFamily="34" charset="0"/>
                <a:ea typeface="微软雅黑" panose="020B0503020204020204" pitchFamily="34" charset="-122"/>
                <a:cs typeface="+mn-ea"/>
                <a:sym typeface="Arial" panose="020B0604020202020204" pitchFamily="34" charset="0"/>
              </a:rPr>
              <a:t>按照模板格式要求</a:t>
            </a:r>
            <a:endParaRPr lang="en-US" altLang="zh-CN" sz="2400">
              <a:latin typeface="Arial" panose="020B0604020202020204" pitchFamily="34" charset="0"/>
              <a:ea typeface="微软雅黑" panose="020B0503020204020204" pitchFamily="34" charset="-122"/>
              <a:cs typeface="+mn-ea"/>
              <a:sym typeface="Arial" panose="020B0604020202020204" pitchFamily="34" charset="0"/>
            </a:endParaRPr>
          </a:p>
          <a:p>
            <a:pPr marL="342900" indent="-342900" algn="just">
              <a:lnSpc>
                <a:spcPct val="150000"/>
              </a:lnSpc>
              <a:buFont typeface="Wingdings" panose="05000000000000000000" pitchFamily="2" charset="2"/>
              <a:buChar char="Ø"/>
            </a:pPr>
            <a:r>
              <a:rPr lang="zh-CN" altLang="en-US" sz="2400">
                <a:latin typeface="Arial" panose="020B0604020202020204" pitchFamily="34" charset="0"/>
                <a:ea typeface="微软雅黑" panose="020B0503020204020204" pitchFamily="34" charset="-122"/>
                <a:cs typeface="+mn-ea"/>
                <a:sym typeface="Arial" panose="020B0604020202020204" pitchFamily="34" charset="0"/>
              </a:rPr>
              <a:t>标题</a:t>
            </a:r>
            <a:r>
              <a:rPr lang="en-US" altLang="zh-CN" sz="2400">
                <a:latin typeface="Arial" panose="020B0604020202020204" pitchFamily="34" charset="0"/>
                <a:ea typeface="微软雅黑" panose="020B0503020204020204" pitchFamily="34" charset="-122"/>
                <a:cs typeface="+mn-ea"/>
                <a:sym typeface="Arial" panose="020B0604020202020204" pitchFamily="34" charset="0"/>
              </a:rPr>
              <a:t>26</a:t>
            </a:r>
            <a:r>
              <a:rPr lang="zh-CN" altLang="en-US" sz="2400">
                <a:latin typeface="Arial" panose="020B0604020202020204" pitchFamily="34" charset="0"/>
                <a:ea typeface="微软雅黑" panose="020B0503020204020204" pitchFamily="34" charset="-122"/>
                <a:cs typeface="+mn-ea"/>
                <a:sym typeface="Arial" panose="020B0604020202020204" pitchFamily="34" charset="0"/>
              </a:rPr>
              <a:t>字以内，摘要</a:t>
            </a:r>
            <a:r>
              <a:rPr lang="en-US" altLang="zh-CN" sz="2400">
                <a:latin typeface="Arial" panose="020B0604020202020204" pitchFamily="34" charset="0"/>
                <a:ea typeface="微软雅黑" panose="020B0503020204020204" pitchFamily="34" charset="-122"/>
                <a:cs typeface="+mn-ea"/>
                <a:sym typeface="Arial" panose="020B0604020202020204" pitchFamily="34" charset="0"/>
              </a:rPr>
              <a:t>250-400</a:t>
            </a:r>
            <a:r>
              <a:rPr lang="zh-CN" altLang="en-US" sz="2400">
                <a:latin typeface="Arial" panose="020B0604020202020204" pitchFamily="34" charset="0"/>
                <a:ea typeface="微软雅黑" panose="020B0503020204020204" pitchFamily="34" charset="-122"/>
                <a:cs typeface="+mn-ea"/>
                <a:sym typeface="Arial" panose="020B0604020202020204" pitchFamily="34" charset="0"/>
              </a:rPr>
              <a:t>字，正文字数</a:t>
            </a:r>
            <a:r>
              <a:rPr lang="en-US" altLang="zh-CN" sz="2400">
                <a:latin typeface="Arial" panose="020B0604020202020204" pitchFamily="34" charset="0"/>
                <a:ea typeface="微软雅黑" panose="020B0503020204020204" pitchFamily="34" charset="-122"/>
                <a:cs typeface="+mn-ea"/>
                <a:sym typeface="Arial" panose="020B0604020202020204" pitchFamily="34" charset="0"/>
              </a:rPr>
              <a:t>3000</a:t>
            </a:r>
            <a:r>
              <a:rPr lang="zh-CN" altLang="en-US" sz="2400">
                <a:latin typeface="Arial" panose="020B0604020202020204" pitchFamily="34" charset="0"/>
                <a:ea typeface="微软雅黑" panose="020B0503020204020204" pitchFamily="34" charset="-122"/>
                <a:cs typeface="+mn-ea"/>
                <a:sym typeface="Arial" panose="020B0604020202020204" pitchFamily="34" charset="0"/>
              </a:rPr>
              <a:t>字左右</a:t>
            </a:r>
            <a:endParaRPr lang="en-US" altLang="zh-CN" sz="2400">
              <a:latin typeface="Arial" panose="020B0604020202020204" pitchFamily="34" charset="0"/>
              <a:ea typeface="微软雅黑" panose="020B0503020204020204" pitchFamily="34" charset="-122"/>
              <a:cs typeface="+mn-ea"/>
              <a:sym typeface="Arial" panose="020B0604020202020204" pitchFamily="34" charset="0"/>
            </a:endParaRPr>
          </a:p>
          <a:p>
            <a:pPr marL="342900" indent="-342900" algn="just">
              <a:lnSpc>
                <a:spcPct val="150000"/>
              </a:lnSpc>
              <a:buFont typeface="Wingdings" panose="05000000000000000000" pitchFamily="2" charset="2"/>
              <a:buChar char="Ø"/>
            </a:pPr>
            <a:r>
              <a:rPr lang="zh-CN" altLang="en-US" sz="2400">
                <a:latin typeface="Arial" panose="020B0604020202020204" pitchFamily="34" charset="0"/>
                <a:ea typeface="微软雅黑" panose="020B0503020204020204" pitchFamily="34" charset="-122"/>
                <a:cs typeface="+mn-ea"/>
                <a:sym typeface="Arial" panose="020B0604020202020204" pitchFamily="34" charset="0"/>
              </a:rPr>
              <a:t>选择其中</a:t>
            </a:r>
            <a:r>
              <a:rPr lang="zh-CN" altLang="en-US" sz="2400" b="1">
                <a:solidFill>
                  <a:srgbClr val="FF0000"/>
                </a:solidFill>
                <a:latin typeface="Arial" panose="020B0604020202020204" pitchFamily="34" charset="0"/>
                <a:ea typeface="微软雅黑" panose="020B0503020204020204" pitchFamily="34" charset="-122"/>
                <a:cs typeface="+mn-ea"/>
                <a:sym typeface="Arial" panose="020B0604020202020204" pitchFamily="34" charset="0"/>
              </a:rPr>
              <a:t>一个</a:t>
            </a:r>
            <a:r>
              <a:rPr lang="zh-CN" altLang="en-US" sz="2400">
                <a:latin typeface="Arial" panose="020B0604020202020204" pitchFamily="34" charset="0"/>
                <a:ea typeface="微软雅黑" panose="020B0503020204020204" pitchFamily="34" charset="-122"/>
                <a:cs typeface="+mn-ea"/>
                <a:sym typeface="Arial" panose="020B0604020202020204" pitchFamily="34" charset="0"/>
              </a:rPr>
              <a:t>题目</a:t>
            </a:r>
            <a:endParaRPr lang="en-US" altLang="zh-CN" sz="2400">
              <a:latin typeface="Arial" panose="020B0604020202020204" pitchFamily="34" charset="0"/>
              <a:ea typeface="微软雅黑" panose="020B0503020204020204" pitchFamily="34" charset="-122"/>
              <a:cs typeface="+mn-ea"/>
              <a:sym typeface="Arial" panose="020B0604020202020204" pitchFamily="34" charset="0"/>
            </a:endParaRPr>
          </a:p>
          <a:p>
            <a:pPr marL="342900" indent="-342900" algn="just">
              <a:lnSpc>
                <a:spcPct val="150000"/>
              </a:lnSpc>
              <a:buFont typeface="Wingdings" panose="05000000000000000000" pitchFamily="2" charset="2"/>
              <a:buChar char="Ø"/>
            </a:pPr>
            <a:r>
              <a:rPr lang="zh-CN" altLang="en-US" sz="2400">
                <a:latin typeface="Arial" panose="020B0604020202020204" pitchFamily="34" charset="0"/>
                <a:ea typeface="微软雅黑" panose="020B0503020204020204" pitchFamily="34" charset="-122"/>
                <a:cs typeface="+mn-ea"/>
                <a:sym typeface="Arial" panose="020B0604020202020204" pitchFamily="34" charset="0"/>
              </a:rPr>
              <a:t>不可抄袭</a:t>
            </a:r>
            <a:endParaRPr lang="zh-CN" altLang="en-US" sz="2400" dirty="0">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9" name="Picture 18" descr="内衣行业最恶劣的抄袭行为，果冻胶涉嫌抄袭“伸拉特3D”，腾飞专利保护再次升级！|腾飞动态 - 腾飞科技">
            <a:extLst>
              <a:ext uri="{FF2B5EF4-FFF2-40B4-BE49-F238E27FC236}">
                <a16:creationId xmlns:a16="http://schemas.microsoft.com/office/drawing/2014/main" id="{92F58286-59B3-496F-96FC-5FA3EF06DF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6766" y="4153173"/>
            <a:ext cx="4553599" cy="19370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editor-img.888ban.com/ips_templ_preview/2021-08-11/lg_641855_1628646456_61132c381dab3.jpg!w280_png?auth_key=2280412800-0-0-6ba3f526f9251c5595e62256f7bcd388">
            <a:extLst>
              <a:ext uri="{FF2B5EF4-FFF2-40B4-BE49-F238E27FC236}">
                <a16:creationId xmlns:a16="http://schemas.microsoft.com/office/drawing/2014/main" id="{0A0C9D69-8B37-455E-865D-1795EFB8EB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6991" y="3638006"/>
            <a:ext cx="26670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723084"/>
      </p:ext>
    </p:extLst>
  </p:cSld>
  <p:clrMapOvr>
    <a:masterClrMapping/>
  </p:clrMapOvr>
  <mc:AlternateContent xmlns:mc="http://schemas.openxmlformats.org/markup-compatibility/2006" xmlns:p14="http://schemas.microsoft.com/office/powerpoint/2010/main">
    <mc:Choice Requires="p14">
      <p:transition spd="slow" p14:dur="2000" advTm="6056"/>
    </mc:Choice>
    <mc:Fallback xmlns="">
      <p:transition spd="slow" advTm="605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588CD7B8-613D-441A-8C43-A34C23FEDBE2}"/>
              </a:ext>
            </a:extLst>
          </p:cNvPr>
          <p:cNvPicPr>
            <a:picLocks noChangeAspect="1"/>
          </p:cNvPicPr>
          <p:nvPr/>
        </p:nvPicPr>
        <p:blipFill>
          <a:blip r:embed="rId3">
            <a:lum bright="70000" contrast="-70000"/>
          </a:blip>
          <a:stretch>
            <a:fillRect/>
          </a:stretch>
        </p:blipFill>
        <p:spPr>
          <a:xfrm>
            <a:off x="0" y="4008310"/>
            <a:ext cx="12192000" cy="2794000"/>
          </a:xfrm>
          <a:prstGeom prst="rect">
            <a:avLst/>
          </a:prstGeom>
        </p:spPr>
      </p:pic>
      <p:sp>
        <p:nvSpPr>
          <p:cNvPr id="3" name="矩形 2">
            <a:extLst>
              <a:ext uri="{FF2B5EF4-FFF2-40B4-BE49-F238E27FC236}">
                <a16:creationId xmlns:a16="http://schemas.microsoft.com/office/drawing/2014/main" id="{215653C9-8294-4422-939A-19987AE380D1}"/>
              </a:ext>
            </a:extLst>
          </p:cNvPr>
          <p:cNvSpPr/>
          <p:nvPr/>
        </p:nvSpPr>
        <p:spPr>
          <a:xfrm flipV="1">
            <a:off x="0" y="6802310"/>
            <a:ext cx="12192000" cy="62214"/>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dirty="0">
              <a:solidFill>
                <a:srgbClr val="FF0000"/>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
        <p:nvSpPr>
          <p:cNvPr id="34" name="矩形 33">
            <a:extLst>
              <a:ext uri="{FF2B5EF4-FFF2-40B4-BE49-F238E27FC236}">
                <a16:creationId xmlns:a16="http://schemas.microsoft.com/office/drawing/2014/main" id="{64E8B448-9F20-49E7-92A9-4158C9CAFB88}"/>
              </a:ext>
            </a:extLst>
          </p:cNvPr>
          <p:cNvSpPr/>
          <p:nvPr/>
        </p:nvSpPr>
        <p:spPr>
          <a:xfrm>
            <a:off x="1577130" y="2367548"/>
            <a:ext cx="9196998" cy="830997"/>
          </a:xfrm>
          <a:prstGeom prst="rect">
            <a:avLst/>
          </a:prstGeom>
          <a:effectLst>
            <a:outerShdw blurRad="63500" sx="102000" sy="102000" algn="ctr" rotWithShape="0">
              <a:prstClr val="black">
                <a:alpha val="40000"/>
              </a:prstClr>
            </a:outerShdw>
          </a:effectLst>
        </p:spPr>
        <p:txBody>
          <a:bodyPr wrap="square">
            <a:spAutoFit/>
          </a:bodyPr>
          <a:lstStyle/>
          <a:p>
            <a:pPr algn="ctr">
              <a:defRPr/>
            </a:pPr>
            <a:r>
              <a:rPr lang="zh-CN" altLang="en-US" sz="4800" b="1" spc="300">
                <a:solidFill>
                  <a:schemeClr val="tx1">
                    <a:lumMod val="85000"/>
                    <a:lumOff val="1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谢 谢！</a:t>
            </a:r>
            <a:endParaRPr lang="zh-CN" altLang="en-US" sz="4800" b="1" spc="300" dirty="0">
              <a:solidFill>
                <a:schemeClr val="tx1">
                  <a:lumMod val="85000"/>
                  <a:lumOff val="1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pic>
        <p:nvPicPr>
          <p:cNvPr id="6" name="图片 5">
            <a:extLst>
              <a:ext uri="{FF2B5EF4-FFF2-40B4-BE49-F238E27FC236}">
                <a16:creationId xmlns:a16="http://schemas.microsoft.com/office/drawing/2014/main" id="{00316296-10E7-446F-AFDB-473F92159203}"/>
              </a:ext>
            </a:extLst>
          </p:cNvPr>
          <p:cNvPicPr>
            <a:picLocks noChangeAspect="1"/>
          </p:cNvPicPr>
          <p:nvPr/>
        </p:nvPicPr>
        <p:blipFill>
          <a:blip r:embed="rId4"/>
          <a:srcRect t="9683" b="9683"/>
          <a:stretch/>
        </p:blipFill>
        <p:spPr>
          <a:xfrm>
            <a:off x="4308091" y="55690"/>
            <a:ext cx="3278460" cy="1982685"/>
          </a:xfrm>
          <a:prstGeom prst="rect">
            <a:avLst/>
          </a:prstGeom>
        </p:spPr>
      </p:pic>
      <p:sp>
        <p:nvSpPr>
          <p:cNvPr id="9" name="矩形 8">
            <a:extLst>
              <a:ext uri="{FF2B5EF4-FFF2-40B4-BE49-F238E27FC236}">
                <a16:creationId xmlns:a16="http://schemas.microsoft.com/office/drawing/2014/main" id="{02A47C04-4BF3-420E-8DA2-B2EE86E8C573}"/>
              </a:ext>
            </a:extLst>
          </p:cNvPr>
          <p:cNvSpPr/>
          <p:nvPr/>
        </p:nvSpPr>
        <p:spPr>
          <a:xfrm>
            <a:off x="1577130" y="3527718"/>
            <a:ext cx="9196998" cy="830997"/>
          </a:xfrm>
          <a:prstGeom prst="rect">
            <a:avLst/>
          </a:prstGeom>
          <a:effectLst>
            <a:outerShdw blurRad="63500" sx="102000" sy="102000" algn="ctr" rotWithShape="0">
              <a:prstClr val="black">
                <a:alpha val="40000"/>
              </a:prstClr>
            </a:outerShdw>
          </a:effectLst>
        </p:spPr>
        <p:txBody>
          <a:bodyPr wrap="square">
            <a:spAutoFit/>
          </a:bodyPr>
          <a:lstStyle/>
          <a:p>
            <a:pPr algn="ctr">
              <a:defRPr/>
            </a:pPr>
            <a:r>
              <a:rPr lang="zh-CN" altLang="en-US" sz="4800" b="1" spc="300">
                <a:solidFill>
                  <a:schemeClr val="tx1">
                    <a:lumMod val="85000"/>
                    <a:lumOff val="1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祝大家科科都是高分</a:t>
            </a:r>
            <a:r>
              <a:rPr lang="en-US" altLang="zh-CN" sz="4800" b="1" spc="300">
                <a:solidFill>
                  <a:schemeClr val="tx1">
                    <a:lumMod val="85000"/>
                    <a:lumOff val="1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rPr>
              <a:t>~</a:t>
            </a:r>
            <a:endParaRPr lang="zh-CN" altLang="en-US" sz="4800" b="1" spc="300" dirty="0">
              <a:solidFill>
                <a:schemeClr val="tx1">
                  <a:lumMod val="85000"/>
                  <a:lumOff val="15000"/>
                </a:schemeClr>
              </a:solidFill>
              <a:latin typeface="Times New Roman" panose="02020603050405020304" pitchFamily="18" charset="0"/>
              <a:ea typeface="微软雅黑" panose="020B0503020204020204" pitchFamily="34" charset="-122"/>
              <a:cs typeface="+mn-ea"/>
              <a:sym typeface="Times New Roman" panose="02020603050405020304" pitchFamily="18" charset="0"/>
            </a:endParaRPr>
          </a:p>
        </p:txBody>
      </p:sp>
    </p:spTree>
    <p:extLst>
      <p:ext uri="{BB962C8B-B14F-4D97-AF65-F5344CB8AC3E}">
        <p14:creationId xmlns:p14="http://schemas.microsoft.com/office/powerpoint/2010/main" val="1951918750"/>
      </p:ext>
    </p:extLst>
  </p:cSld>
  <p:clrMapOvr>
    <a:masterClrMapping/>
  </p:clrMapOvr>
</p:sld>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3uwket0w">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3uwket0w">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29797</TotalTime>
  <Words>605</Words>
  <Application>Microsoft Office PowerPoint</Application>
  <PresentationFormat>宽屏</PresentationFormat>
  <Paragraphs>42</Paragraphs>
  <Slides>8</Slides>
  <Notes>8</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8</vt:i4>
      </vt:variant>
    </vt:vector>
  </HeadingPairs>
  <TitlesOfParts>
    <vt:vector size="19" baseType="lpstr">
      <vt:lpstr>等线</vt:lpstr>
      <vt:lpstr>经典圆体简</vt:lpstr>
      <vt:lpstr>宋体</vt:lpstr>
      <vt:lpstr>Microsoft YaHei</vt:lpstr>
      <vt:lpstr>Microsoft YaHei</vt:lpstr>
      <vt:lpstr>Arial</vt:lpstr>
      <vt:lpstr>Calibri</vt:lpstr>
      <vt:lpstr>Times New Roman</vt:lpstr>
      <vt:lpstr>Wingdings</vt:lpstr>
      <vt:lpstr>自定义设计方案</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罗 文昕</dc:creator>
  <cp:lastModifiedBy>Yalan Wu</cp:lastModifiedBy>
  <cp:revision>1353</cp:revision>
  <dcterms:created xsi:type="dcterms:W3CDTF">2018-12-09T14:29:24Z</dcterms:created>
  <dcterms:modified xsi:type="dcterms:W3CDTF">2025-11-04T03:49:04Z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2019-04-13T09:21:34.3521271Z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8ba33e4d-f70c-4f8a-80c4-7b79b430a7ab</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